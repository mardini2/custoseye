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7"/>
  </p:notesMasterIdLst>
  <p:sldIdLst>
    <p:sldId id="256" r:id="rId5"/>
    <p:sldId id="260" r:id="rId6"/>
    <p:sldId id="278" r:id="rId7"/>
    <p:sldId id="279" r:id="rId8"/>
    <p:sldId id="280" r:id="rId9"/>
    <p:sldId id="258" r:id="rId10"/>
    <p:sldId id="259" r:id="rId11"/>
    <p:sldId id="262" r:id="rId12"/>
    <p:sldId id="263" r:id="rId13"/>
    <p:sldId id="257" r:id="rId14"/>
    <p:sldId id="264" r:id="rId15"/>
    <p:sldId id="266" r:id="rId16"/>
    <p:sldId id="268" r:id="rId17"/>
    <p:sldId id="281" r:id="rId18"/>
    <p:sldId id="276" r:id="rId19"/>
    <p:sldId id="277" r:id="rId20"/>
    <p:sldId id="275" r:id="rId21"/>
    <p:sldId id="271" r:id="rId22"/>
    <p:sldId id="273" r:id="rId23"/>
    <p:sldId id="270" r:id="rId24"/>
    <p:sldId id="274" r:id="rId25"/>
    <p:sldId id="26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BA56CE-CF6C-476F-9D05-C89AB3A83580}" v="14" dt="2025-04-11T01:22:11.563"/>
    <p1510:client id="{5934AFA3-7D4A-4439-8D33-B86A04E0AEB0}" v="250" dt="2025-04-10T21:50:30.219"/>
    <p1510:client id="{9C587690-1AA9-4F48-B4D1-C83E3EA68EE3}" v="91" dt="2025-04-11T01:13:02.556"/>
    <p1510:client id="{C13225F7-4E9A-55FE-1A92-D6E409CEBB79}" v="1791" dt="2025-04-10T21:34:49.940"/>
    <p1510:client id="{DBEC4AEA-304B-BFD7-C857-F02E74D92305}" v="114" dt="2025-04-11T00:09:04.801"/>
    <p1510:client id="{DC1293D1-5BF3-4E0C-8944-CA8326DD12D7}" v="124" dt="2025-04-11T01:17:06.1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D86413-D594-4DE2-BA05-B9A9449D39F6}"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D4E8259-80F1-474B-8E1F-852D7B7B12A2}">
      <dgm:prSet/>
      <dgm:spPr/>
      <dgm:t>
        <a:bodyPr/>
        <a:lstStyle/>
        <a:p>
          <a:pPr>
            <a:lnSpc>
              <a:spcPct val="100000"/>
            </a:lnSpc>
          </a:pPr>
          <a:r>
            <a:rPr lang="en-US"/>
            <a:t>Simple Aviation Fuel Consumption logger.</a:t>
          </a:r>
        </a:p>
      </dgm:t>
    </dgm:pt>
    <dgm:pt modelId="{5E54BE80-2D00-4CF6-9CB2-961C2895F835}" type="parTrans" cxnId="{B3A8C142-0830-4960-9148-0DDEADA73F3D}">
      <dgm:prSet/>
      <dgm:spPr/>
      <dgm:t>
        <a:bodyPr/>
        <a:lstStyle/>
        <a:p>
          <a:endParaRPr lang="en-US"/>
        </a:p>
      </dgm:t>
    </dgm:pt>
    <dgm:pt modelId="{7D737537-A431-4D3E-A03B-460DD18381E6}" type="sibTrans" cxnId="{B3A8C142-0830-4960-9148-0DDEADA73F3D}">
      <dgm:prSet/>
      <dgm:spPr/>
      <dgm:t>
        <a:bodyPr/>
        <a:lstStyle/>
        <a:p>
          <a:endParaRPr lang="en-US"/>
        </a:p>
      </dgm:t>
    </dgm:pt>
    <dgm:pt modelId="{E777EFD9-E690-485C-81E6-E7836380DE7E}">
      <dgm:prSet/>
      <dgm:spPr/>
      <dgm:t>
        <a:bodyPr/>
        <a:lstStyle/>
        <a:p>
          <a:pPr>
            <a:lnSpc>
              <a:spcPct val="100000"/>
            </a:lnSpc>
          </a:pPr>
          <a:r>
            <a:rPr lang="en-US"/>
            <a:t>Multiple Clients sending time and fuel information</a:t>
          </a:r>
        </a:p>
      </dgm:t>
    </dgm:pt>
    <dgm:pt modelId="{F0A8DCE8-4B09-40E3-ADA0-5C4CFFB16A3E}" type="parTrans" cxnId="{1F8A2DEA-4F9B-4CF3-8821-136C782EB404}">
      <dgm:prSet/>
      <dgm:spPr/>
      <dgm:t>
        <a:bodyPr/>
        <a:lstStyle/>
        <a:p>
          <a:endParaRPr lang="en-US"/>
        </a:p>
      </dgm:t>
    </dgm:pt>
    <dgm:pt modelId="{372FE5F1-3C9F-428B-9825-8ED2873C5FB3}" type="sibTrans" cxnId="{1F8A2DEA-4F9B-4CF3-8821-136C782EB404}">
      <dgm:prSet/>
      <dgm:spPr/>
      <dgm:t>
        <a:bodyPr/>
        <a:lstStyle/>
        <a:p>
          <a:endParaRPr lang="en-US"/>
        </a:p>
      </dgm:t>
    </dgm:pt>
    <dgm:pt modelId="{29EF60A4-F079-4DFD-845A-DD035C416281}">
      <dgm:prSet/>
      <dgm:spPr/>
      <dgm:t>
        <a:bodyPr/>
        <a:lstStyle/>
        <a:p>
          <a:pPr>
            <a:lnSpc>
              <a:spcPct val="100000"/>
            </a:lnSpc>
          </a:pPr>
          <a:r>
            <a:rPr lang="en-US"/>
            <a:t>Server Calculates Fuel efficiency</a:t>
          </a:r>
        </a:p>
      </dgm:t>
    </dgm:pt>
    <dgm:pt modelId="{F5E99011-D708-4FC0-9085-30BDB4E0E292}" type="parTrans" cxnId="{B37235E2-F571-42C7-A114-A26D117F6CB5}">
      <dgm:prSet/>
      <dgm:spPr/>
      <dgm:t>
        <a:bodyPr/>
        <a:lstStyle/>
        <a:p>
          <a:endParaRPr lang="en-US"/>
        </a:p>
      </dgm:t>
    </dgm:pt>
    <dgm:pt modelId="{158764A7-ED15-415D-964E-F5D7E2AD4F0A}" type="sibTrans" cxnId="{B37235E2-F571-42C7-A114-A26D117F6CB5}">
      <dgm:prSet/>
      <dgm:spPr/>
      <dgm:t>
        <a:bodyPr/>
        <a:lstStyle/>
        <a:p>
          <a:endParaRPr lang="en-US"/>
        </a:p>
      </dgm:t>
    </dgm:pt>
    <dgm:pt modelId="{520C7BB8-834A-41EF-98C5-D8AF521BC1AE}">
      <dgm:prSet/>
      <dgm:spPr/>
      <dgm:t>
        <a:bodyPr/>
        <a:lstStyle/>
        <a:p>
          <a:pPr>
            <a:lnSpc>
              <a:spcPct val="100000"/>
            </a:lnSpc>
          </a:pPr>
          <a:r>
            <a:rPr lang="en-US"/>
            <a:t>Average Fuel Efficiency is logged server side.</a:t>
          </a:r>
        </a:p>
      </dgm:t>
    </dgm:pt>
    <dgm:pt modelId="{84B3981E-3A7B-480D-A854-B730F8E794B6}" type="parTrans" cxnId="{0DD07FFF-1B3A-43AA-9456-BB658CFEA2ED}">
      <dgm:prSet/>
      <dgm:spPr/>
      <dgm:t>
        <a:bodyPr/>
        <a:lstStyle/>
        <a:p>
          <a:endParaRPr lang="en-US"/>
        </a:p>
      </dgm:t>
    </dgm:pt>
    <dgm:pt modelId="{20A17EB1-3FE6-4B13-B83F-BF35DADD3E1C}" type="sibTrans" cxnId="{0DD07FFF-1B3A-43AA-9456-BB658CFEA2ED}">
      <dgm:prSet/>
      <dgm:spPr/>
      <dgm:t>
        <a:bodyPr/>
        <a:lstStyle/>
        <a:p>
          <a:endParaRPr lang="en-US"/>
        </a:p>
      </dgm:t>
    </dgm:pt>
    <dgm:pt modelId="{4A752F26-B963-4D5A-B94F-97A96D908DE1}" type="pres">
      <dgm:prSet presAssocID="{FAD86413-D594-4DE2-BA05-B9A9449D39F6}" presName="root" presStyleCnt="0">
        <dgm:presLayoutVars>
          <dgm:dir/>
          <dgm:resizeHandles val="exact"/>
        </dgm:presLayoutVars>
      </dgm:prSet>
      <dgm:spPr/>
    </dgm:pt>
    <dgm:pt modelId="{77E7DB31-744B-4255-84DF-F89E129D0215}" type="pres">
      <dgm:prSet presAssocID="{1D4E8259-80F1-474B-8E1F-852D7B7B12A2}" presName="compNode" presStyleCnt="0"/>
      <dgm:spPr/>
    </dgm:pt>
    <dgm:pt modelId="{21156581-D3A0-461C-A233-032562479D1C}" type="pres">
      <dgm:prSet presAssocID="{1D4E8259-80F1-474B-8E1F-852D7B7B12A2}" presName="bgRect" presStyleLbl="bgShp" presStyleIdx="0" presStyleCnt="4"/>
      <dgm:spPr/>
    </dgm:pt>
    <dgm:pt modelId="{C5C1147C-EAB0-41CD-AC58-8FE534E9A5E8}" type="pres">
      <dgm:prSet presAssocID="{1D4E8259-80F1-474B-8E1F-852D7B7B12A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irplane"/>
        </a:ext>
      </dgm:extLst>
    </dgm:pt>
    <dgm:pt modelId="{DB77C969-397A-48DB-9388-833F0A20361B}" type="pres">
      <dgm:prSet presAssocID="{1D4E8259-80F1-474B-8E1F-852D7B7B12A2}" presName="spaceRect" presStyleCnt="0"/>
      <dgm:spPr/>
    </dgm:pt>
    <dgm:pt modelId="{EB07F0DF-5692-454A-AFE3-8D4DD65B16BD}" type="pres">
      <dgm:prSet presAssocID="{1D4E8259-80F1-474B-8E1F-852D7B7B12A2}" presName="parTx" presStyleLbl="revTx" presStyleIdx="0" presStyleCnt="4">
        <dgm:presLayoutVars>
          <dgm:chMax val="0"/>
          <dgm:chPref val="0"/>
        </dgm:presLayoutVars>
      </dgm:prSet>
      <dgm:spPr/>
    </dgm:pt>
    <dgm:pt modelId="{6D9B8F04-F1EA-4601-ABE9-B449574CFE20}" type="pres">
      <dgm:prSet presAssocID="{7D737537-A431-4D3E-A03B-460DD18381E6}" presName="sibTrans" presStyleCnt="0"/>
      <dgm:spPr/>
    </dgm:pt>
    <dgm:pt modelId="{B0551463-2A50-4283-AF91-F3505EB2A475}" type="pres">
      <dgm:prSet presAssocID="{E777EFD9-E690-485C-81E6-E7836380DE7E}" presName="compNode" presStyleCnt="0"/>
      <dgm:spPr/>
    </dgm:pt>
    <dgm:pt modelId="{577E902D-EB9F-4ED2-86DB-8157F27F3DB5}" type="pres">
      <dgm:prSet presAssocID="{E777EFD9-E690-485C-81E6-E7836380DE7E}" presName="bgRect" presStyleLbl="bgShp" presStyleIdx="1" presStyleCnt="4"/>
      <dgm:spPr/>
    </dgm:pt>
    <dgm:pt modelId="{4C4FE7D0-7967-4948-A04B-7B1DB4047294}" type="pres">
      <dgm:prSet presAssocID="{E777EFD9-E690-485C-81E6-E7836380DE7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9BA19C1A-E6DC-4B08-BD88-4BC78597089F}" type="pres">
      <dgm:prSet presAssocID="{E777EFD9-E690-485C-81E6-E7836380DE7E}" presName="spaceRect" presStyleCnt="0"/>
      <dgm:spPr/>
    </dgm:pt>
    <dgm:pt modelId="{E083813B-ECDE-4347-B2FC-AAEBC4FF200D}" type="pres">
      <dgm:prSet presAssocID="{E777EFD9-E690-485C-81E6-E7836380DE7E}" presName="parTx" presStyleLbl="revTx" presStyleIdx="1" presStyleCnt="4">
        <dgm:presLayoutVars>
          <dgm:chMax val="0"/>
          <dgm:chPref val="0"/>
        </dgm:presLayoutVars>
      </dgm:prSet>
      <dgm:spPr/>
    </dgm:pt>
    <dgm:pt modelId="{D9522492-3DED-4ED1-BDAB-D274A0D0F9FE}" type="pres">
      <dgm:prSet presAssocID="{372FE5F1-3C9F-428B-9825-8ED2873C5FB3}" presName="sibTrans" presStyleCnt="0"/>
      <dgm:spPr/>
    </dgm:pt>
    <dgm:pt modelId="{E7BA6016-795A-42C9-9452-48133D08ED15}" type="pres">
      <dgm:prSet presAssocID="{29EF60A4-F079-4DFD-845A-DD035C416281}" presName="compNode" presStyleCnt="0"/>
      <dgm:spPr/>
    </dgm:pt>
    <dgm:pt modelId="{1C728BAF-EB91-4EFE-80A1-FEA1CA285CF9}" type="pres">
      <dgm:prSet presAssocID="{29EF60A4-F079-4DFD-845A-DD035C416281}" presName="bgRect" presStyleLbl="bgShp" presStyleIdx="2" presStyleCnt="4"/>
      <dgm:spPr/>
    </dgm:pt>
    <dgm:pt modelId="{F10A3411-1EFE-4D87-B24D-5997F8FAB865}" type="pres">
      <dgm:prSet presAssocID="{29EF60A4-F079-4DFD-845A-DD035C41628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5770801A-0AEC-4585-B210-68DA24A643B2}" type="pres">
      <dgm:prSet presAssocID="{29EF60A4-F079-4DFD-845A-DD035C416281}" presName="spaceRect" presStyleCnt="0"/>
      <dgm:spPr/>
    </dgm:pt>
    <dgm:pt modelId="{B2B2D2F1-2AD9-4AC1-A3D5-68E550D8E7C5}" type="pres">
      <dgm:prSet presAssocID="{29EF60A4-F079-4DFD-845A-DD035C416281}" presName="parTx" presStyleLbl="revTx" presStyleIdx="2" presStyleCnt="4">
        <dgm:presLayoutVars>
          <dgm:chMax val="0"/>
          <dgm:chPref val="0"/>
        </dgm:presLayoutVars>
      </dgm:prSet>
      <dgm:spPr/>
    </dgm:pt>
    <dgm:pt modelId="{2FFA30BE-27DC-4E70-A8F6-33F15CFA256D}" type="pres">
      <dgm:prSet presAssocID="{158764A7-ED15-415D-964E-F5D7E2AD4F0A}" presName="sibTrans" presStyleCnt="0"/>
      <dgm:spPr/>
    </dgm:pt>
    <dgm:pt modelId="{4896D004-073D-4B0C-AAAF-6C094837ECF1}" type="pres">
      <dgm:prSet presAssocID="{520C7BB8-834A-41EF-98C5-D8AF521BC1AE}" presName="compNode" presStyleCnt="0"/>
      <dgm:spPr/>
    </dgm:pt>
    <dgm:pt modelId="{033A6D3B-AFE1-4016-A2FD-3D1914D48963}" type="pres">
      <dgm:prSet presAssocID="{520C7BB8-834A-41EF-98C5-D8AF521BC1AE}" presName="bgRect" presStyleLbl="bgShp" presStyleIdx="3" presStyleCnt="4"/>
      <dgm:spPr/>
    </dgm:pt>
    <dgm:pt modelId="{4DFFA7E1-5AD6-4B5A-89CF-387ECD16CEFB}" type="pres">
      <dgm:prSet presAssocID="{520C7BB8-834A-41EF-98C5-D8AF521BC1A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441FE217-88DC-4FA9-AFBC-B05898D9AE7D}" type="pres">
      <dgm:prSet presAssocID="{520C7BB8-834A-41EF-98C5-D8AF521BC1AE}" presName="spaceRect" presStyleCnt="0"/>
      <dgm:spPr/>
    </dgm:pt>
    <dgm:pt modelId="{F020EB8F-E493-4A3C-A72B-E1DDDD09C711}" type="pres">
      <dgm:prSet presAssocID="{520C7BB8-834A-41EF-98C5-D8AF521BC1AE}" presName="parTx" presStyleLbl="revTx" presStyleIdx="3" presStyleCnt="4">
        <dgm:presLayoutVars>
          <dgm:chMax val="0"/>
          <dgm:chPref val="0"/>
        </dgm:presLayoutVars>
      </dgm:prSet>
      <dgm:spPr/>
    </dgm:pt>
  </dgm:ptLst>
  <dgm:cxnLst>
    <dgm:cxn modelId="{6B519205-E550-4776-961A-D65E8D788286}" type="presOf" srcId="{1D4E8259-80F1-474B-8E1F-852D7B7B12A2}" destId="{EB07F0DF-5692-454A-AFE3-8D4DD65B16BD}" srcOrd="0" destOrd="0" presId="urn:microsoft.com/office/officeart/2018/2/layout/IconVerticalSolidList"/>
    <dgm:cxn modelId="{D0B2F220-364C-41B8-8E86-358B1AFF3965}" type="presOf" srcId="{520C7BB8-834A-41EF-98C5-D8AF521BC1AE}" destId="{F020EB8F-E493-4A3C-A72B-E1DDDD09C711}" srcOrd="0" destOrd="0" presId="urn:microsoft.com/office/officeart/2018/2/layout/IconVerticalSolidList"/>
    <dgm:cxn modelId="{B3A8C142-0830-4960-9148-0DDEADA73F3D}" srcId="{FAD86413-D594-4DE2-BA05-B9A9449D39F6}" destId="{1D4E8259-80F1-474B-8E1F-852D7B7B12A2}" srcOrd="0" destOrd="0" parTransId="{5E54BE80-2D00-4CF6-9CB2-961C2895F835}" sibTransId="{7D737537-A431-4D3E-A03B-460DD18381E6}"/>
    <dgm:cxn modelId="{9D90C1B6-4209-49BE-B117-9A3BAB0FC4E9}" type="presOf" srcId="{FAD86413-D594-4DE2-BA05-B9A9449D39F6}" destId="{4A752F26-B963-4D5A-B94F-97A96D908DE1}" srcOrd="0" destOrd="0" presId="urn:microsoft.com/office/officeart/2018/2/layout/IconVerticalSolidList"/>
    <dgm:cxn modelId="{8BC5C6C0-AC10-4E79-B36F-2B4340D6C4A5}" type="presOf" srcId="{29EF60A4-F079-4DFD-845A-DD035C416281}" destId="{B2B2D2F1-2AD9-4AC1-A3D5-68E550D8E7C5}" srcOrd="0" destOrd="0" presId="urn:microsoft.com/office/officeart/2018/2/layout/IconVerticalSolidList"/>
    <dgm:cxn modelId="{B37235E2-F571-42C7-A114-A26D117F6CB5}" srcId="{FAD86413-D594-4DE2-BA05-B9A9449D39F6}" destId="{29EF60A4-F079-4DFD-845A-DD035C416281}" srcOrd="2" destOrd="0" parTransId="{F5E99011-D708-4FC0-9085-30BDB4E0E292}" sibTransId="{158764A7-ED15-415D-964E-F5D7E2AD4F0A}"/>
    <dgm:cxn modelId="{1F8A2DEA-4F9B-4CF3-8821-136C782EB404}" srcId="{FAD86413-D594-4DE2-BA05-B9A9449D39F6}" destId="{E777EFD9-E690-485C-81E6-E7836380DE7E}" srcOrd="1" destOrd="0" parTransId="{F0A8DCE8-4B09-40E3-ADA0-5C4CFFB16A3E}" sibTransId="{372FE5F1-3C9F-428B-9825-8ED2873C5FB3}"/>
    <dgm:cxn modelId="{F3B404FB-1605-4C7F-901C-70EEA414FA93}" type="presOf" srcId="{E777EFD9-E690-485C-81E6-E7836380DE7E}" destId="{E083813B-ECDE-4347-B2FC-AAEBC4FF200D}" srcOrd="0" destOrd="0" presId="urn:microsoft.com/office/officeart/2018/2/layout/IconVerticalSolidList"/>
    <dgm:cxn modelId="{0DD07FFF-1B3A-43AA-9456-BB658CFEA2ED}" srcId="{FAD86413-D594-4DE2-BA05-B9A9449D39F6}" destId="{520C7BB8-834A-41EF-98C5-D8AF521BC1AE}" srcOrd="3" destOrd="0" parTransId="{84B3981E-3A7B-480D-A854-B730F8E794B6}" sibTransId="{20A17EB1-3FE6-4B13-B83F-BF35DADD3E1C}"/>
    <dgm:cxn modelId="{9DD6813D-48EE-42E1-8E59-7A7FF4A707BB}" type="presParOf" srcId="{4A752F26-B963-4D5A-B94F-97A96D908DE1}" destId="{77E7DB31-744B-4255-84DF-F89E129D0215}" srcOrd="0" destOrd="0" presId="urn:microsoft.com/office/officeart/2018/2/layout/IconVerticalSolidList"/>
    <dgm:cxn modelId="{1AB91BF3-9B58-4FE1-88B3-F60AD15461DD}" type="presParOf" srcId="{77E7DB31-744B-4255-84DF-F89E129D0215}" destId="{21156581-D3A0-461C-A233-032562479D1C}" srcOrd="0" destOrd="0" presId="urn:microsoft.com/office/officeart/2018/2/layout/IconVerticalSolidList"/>
    <dgm:cxn modelId="{7E856816-3A4C-486E-9B24-2FBCDD28B210}" type="presParOf" srcId="{77E7DB31-744B-4255-84DF-F89E129D0215}" destId="{C5C1147C-EAB0-41CD-AC58-8FE534E9A5E8}" srcOrd="1" destOrd="0" presId="urn:microsoft.com/office/officeart/2018/2/layout/IconVerticalSolidList"/>
    <dgm:cxn modelId="{A0263D13-3882-4D51-AC60-90CA039978B0}" type="presParOf" srcId="{77E7DB31-744B-4255-84DF-F89E129D0215}" destId="{DB77C969-397A-48DB-9388-833F0A20361B}" srcOrd="2" destOrd="0" presId="urn:microsoft.com/office/officeart/2018/2/layout/IconVerticalSolidList"/>
    <dgm:cxn modelId="{7CA9649E-666C-44EE-AFFE-A178D72C170D}" type="presParOf" srcId="{77E7DB31-744B-4255-84DF-F89E129D0215}" destId="{EB07F0DF-5692-454A-AFE3-8D4DD65B16BD}" srcOrd="3" destOrd="0" presId="urn:microsoft.com/office/officeart/2018/2/layout/IconVerticalSolidList"/>
    <dgm:cxn modelId="{29EAEBA3-0F90-4FA6-BD63-ED14A8E8EFFA}" type="presParOf" srcId="{4A752F26-B963-4D5A-B94F-97A96D908DE1}" destId="{6D9B8F04-F1EA-4601-ABE9-B449574CFE20}" srcOrd="1" destOrd="0" presId="urn:microsoft.com/office/officeart/2018/2/layout/IconVerticalSolidList"/>
    <dgm:cxn modelId="{8DC77E76-8E3B-4819-B6F0-405BDF011B2A}" type="presParOf" srcId="{4A752F26-B963-4D5A-B94F-97A96D908DE1}" destId="{B0551463-2A50-4283-AF91-F3505EB2A475}" srcOrd="2" destOrd="0" presId="urn:microsoft.com/office/officeart/2018/2/layout/IconVerticalSolidList"/>
    <dgm:cxn modelId="{E6721C7A-1EF3-4FAB-AD7B-9791F60F454B}" type="presParOf" srcId="{B0551463-2A50-4283-AF91-F3505EB2A475}" destId="{577E902D-EB9F-4ED2-86DB-8157F27F3DB5}" srcOrd="0" destOrd="0" presId="urn:microsoft.com/office/officeart/2018/2/layout/IconVerticalSolidList"/>
    <dgm:cxn modelId="{A1C4712F-D3C3-466B-A4AC-78E4A4FD2C9A}" type="presParOf" srcId="{B0551463-2A50-4283-AF91-F3505EB2A475}" destId="{4C4FE7D0-7967-4948-A04B-7B1DB4047294}" srcOrd="1" destOrd="0" presId="urn:microsoft.com/office/officeart/2018/2/layout/IconVerticalSolidList"/>
    <dgm:cxn modelId="{50428A4E-11E3-424C-A134-DFAA694D455D}" type="presParOf" srcId="{B0551463-2A50-4283-AF91-F3505EB2A475}" destId="{9BA19C1A-E6DC-4B08-BD88-4BC78597089F}" srcOrd="2" destOrd="0" presId="urn:microsoft.com/office/officeart/2018/2/layout/IconVerticalSolidList"/>
    <dgm:cxn modelId="{8D28DEFA-51F4-429D-9A0D-C4E9EB60B3DF}" type="presParOf" srcId="{B0551463-2A50-4283-AF91-F3505EB2A475}" destId="{E083813B-ECDE-4347-B2FC-AAEBC4FF200D}" srcOrd="3" destOrd="0" presId="urn:microsoft.com/office/officeart/2018/2/layout/IconVerticalSolidList"/>
    <dgm:cxn modelId="{6B7C2236-7835-4D88-AA6A-ED162CBD4DC2}" type="presParOf" srcId="{4A752F26-B963-4D5A-B94F-97A96D908DE1}" destId="{D9522492-3DED-4ED1-BDAB-D274A0D0F9FE}" srcOrd="3" destOrd="0" presId="urn:microsoft.com/office/officeart/2018/2/layout/IconVerticalSolidList"/>
    <dgm:cxn modelId="{5ACA9158-39E4-4DA2-AE09-F0C2E2D930FD}" type="presParOf" srcId="{4A752F26-B963-4D5A-B94F-97A96D908DE1}" destId="{E7BA6016-795A-42C9-9452-48133D08ED15}" srcOrd="4" destOrd="0" presId="urn:microsoft.com/office/officeart/2018/2/layout/IconVerticalSolidList"/>
    <dgm:cxn modelId="{77C97423-B9EE-49E7-B750-10B2E232DD21}" type="presParOf" srcId="{E7BA6016-795A-42C9-9452-48133D08ED15}" destId="{1C728BAF-EB91-4EFE-80A1-FEA1CA285CF9}" srcOrd="0" destOrd="0" presId="urn:microsoft.com/office/officeart/2018/2/layout/IconVerticalSolidList"/>
    <dgm:cxn modelId="{68704C68-A5B4-4BC7-B28C-2AEE101696F8}" type="presParOf" srcId="{E7BA6016-795A-42C9-9452-48133D08ED15}" destId="{F10A3411-1EFE-4D87-B24D-5997F8FAB865}" srcOrd="1" destOrd="0" presId="urn:microsoft.com/office/officeart/2018/2/layout/IconVerticalSolidList"/>
    <dgm:cxn modelId="{ED01CAD9-B78C-48D5-BBB6-B38EB4CAC883}" type="presParOf" srcId="{E7BA6016-795A-42C9-9452-48133D08ED15}" destId="{5770801A-0AEC-4585-B210-68DA24A643B2}" srcOrd="2" destOrd="0" presId="urn:microsoft.com/office/officeart/2018/2/layout/IconVerticalSolidList"/>
    <dgm:cxn modelId="{8A450EE8-4EC1-4C53-822D-4F101B047301}" type="presParOf" srcId="{E7BA6016-795A-42C9-9452-48133D08ED15}" destId="{B2B2D2F1-2AD9-4AC1-A3D5-68E550D8E7C5}" srcOrd="3" destOrd="0" presId="urn:microsoft.com/office/officeart/2018/2/layout/IconVerticalSolidList"/>
    <dgm:cxn modelId="{9D05E6F2-60B7-4C4F-B96D-FBAD806EECD9}" type="presParOf" srcId="{4A752F26-B963-4D5A-B94F-97A96D908DE1}" destId="{2FFA30BE-27DC-4E70-A8F6-33F15CFA256D}" srcOrd="5" destOrd="0" presId="urn:microsoft.com/office/officeart/2018/2/layout/IconVerticalSolidList"/>
    <dgm:cxn modelId="{EA279945-51C3-4163-BB56-73E0DA075DD7}" type="presParOf" srcId="{4A752F26-B963-4D5A-B94F-97A96D908DE1}" destId="{4896D004-073D-4B0C-AAAF-6C094837ECF1}" srcOrd="6" destOrd="0" presId="urn:microsoft.com/office/officeart/2018/2/layout/IconVerticalSolidList"/>
    <dgm:cxn modelId="{4E60A206-C1C6-4D9C-B8B7-0962472DDD50}" type="presParOf" srcId="{4896D004-073D-4B0C-AAAF-6C094837ECF1}" destId="{033A6D3B-AFE1-4016-A2FD-3D1914D48963}" srcOrd="0" destOrd="0" presId="urn:microsoft.com/office/officeart/2018/2/layout/IconVerticalSolidList"/>
    <dgm:cxn modelId="{8777781C-AD24-42FC-8B78-C07231D9BA1B}" type="presParOf" srcId="{4896D004-073D-4B0C-AAAF-6C094837ECF1}" destId="{4DFFA7E1-5AD6-4B5A-89CF-387ECD16CEFB}" srcOrd="1" destOrd="0" presId="urn:microsoft.com/office/officeart/2018/2/layout/IconVerticalSolidList"/>
    <dgm:cxn modelId="{8C5BF768-C998-46EB-AB2A-002E6ED8C3D8}" type="presParOf" srcId="{4896D004-073D-4B0C-AAAF-6C094837ECF1}" destId="{441FE217-88DC-4FA9-AFBC-B05898D9AE7D}" srcOrd="2" destOrd="0" presId="urn:microsoft.com/office/officeart/2018/2/layout/IconVerticalSolidList"/>
    <dgm:cxn modelId="{65B08230-9E9A-40EC-BE87-A7BB241ADF0B}" type="presParOf" srcId="{4896D004-073D-4B0C-AAAF-6C094837ECF1}" destId="{F020EB8F-E493-4A3C-A72B-E1DDDD09C71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B9A54C-A286-4C71-BECF-9DAD5CC137C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6D8C979C-2550-4BC1-BC1A-4DCD20D5AC18}">
      <dgm:prSet/>
      <dgm:spPr/>
      <dgm:t>
        <a:bodyPr/>
        <a:lstStyle/>
        <a:p>
          <a:r>
            <a:rPr lang="en-US"/>
            <a:t>Windows 11</a:t>
          </a:r>
        </a:p>
      </dgm:t>
    </dgm:pt>
    <dgm:pt modelId="{F606D506-9527-4E3F-AED4-5F4669830034}" type="parTrans" cxnId="{4223B156-8D01-49C3-955C-C6207DE3D652}">
      <dgm:prSet/>
      <dgm:spPr/>
      <dgm:t>
        <a:bodyPr/>
        <a:lstStyle/>
        <a:p>
          <a:endParaRPr lang="en-US"/>
        </a:p>
      </dgm:t>
    </dgm:pt>
    <dgm:pt modelId="{5C2F2CEB-C225-44A3-A298-C10A8DB6318A}" type="sibTrans" cxnId="{4223B156-8D01-49C3-955C-C6207DE3D652}">
      <dgm:prSet/>
      <dgm:spPr/>
      <dgm:t>
        <a:bodyPr/>
        <a:lstStyle/>
        <a:p>
          <a:endParaRPr lang="en-US"/>
        </a:p>
      </dgm:t>
    </dgm:pt>
    <dgm:pt modelId="{2C94D4D2-B561-449B-84CA-5821A936ABE1}">
      <dgm:prSet/>
      <dgm:spPr/>
      <dgm:t>
        <a:bodyPr/>
        <a:lstStyle/>
        <a:p>
          <a:r>
            <a:rPr lang="en-US" dirty="0"/>
            <a:t>Visual Enterprise 2022</a:t>
          </a:r>
        </a:p>
      </dgm:t>
    </dgm:pt>
    <dgm:pt modelId="{9BC86BCD-2C31-4BCB-8274-7CDAF3C2B453}" type="parTrans" cxnId="{5A687297-A961-431B-890A-A8DA23D7BD1C}">
      <dgm:prSet/>
      <dgm:spPr/>
      <dgm:t>
        <a:bodyPr/>
        <a:lstStyle/>
        <a:p>
          <a:endParaRPr lang="en-US"/>
        </a:p>
      </dgm:t>
    </dgm:pt>
    <dgm:pt modelId="{EFD6C65B-7085-45C6-9512-13732D1F2893}" type="sibTrans" cxnId="{5A687297-A961-431B-890A-A8DA23D7BD1C}">
      <dgm:prSet/>
      <dgm:spPr/>
      <dgm:t>
        <a:bodyPr/>
        <a:lstStyle/>
        <a:p>
          <a:endParaRPr lang="en-US"/>
        </a:p>
      </dgm:t>
    </dgm:pt>
    <dgm:pt modelId="{C5972435-F79A-401D-8078-07FCE9F41BD3}">
      <dgm:prSet/>
      <dgm:spPr/>
      <dgm:t>
        <a:bodyPr/>
        <a:lstStyle/>
        <a:p>
          <a:r>
            <a:rPr lang="en-US"/>
            <a:t>Windows Console</a:t>
          </a:r>
        </a:p>
      </dgm:t>
    </dgm:pt>
    <dgm:pt modelId="{5BF679E9-D5E1-4F1B-8491-8F26E0E27EEF}" type="parTrans" cxnId="{F9B65D82-94C9-4D84-9A58-408D03734B50}">
      <dgm:prSet/>
      <dgm:spPr/>
      <dgm:t>
        <a:bodyPr/>
        <a:lstStyle/>
        <a:p>
          <a:endParaRPr lang="en-US"/>
        </a:p>
      </dgm:t>
    </dgm:pt>
    <dgm:pt modelId="{3C46C80D-F005-42F2-93C8-F23988EE4CE7}" type="sibTrans" cxnId="{F9B65D82-94C9-4D84-9A58-408D03734B50}">
      <dgm:prSet/>
      <dgm:spPr/>
      <dgm:t>
        <a:bodyPr/>
        <a:lstStyle/>
        <a:p>
          <a:endParaRPr lang="en-US"/>
        </a:p>
      </dgm:t>
    </dgm:pt>
    <dgm:pt modelId="{D8E4CAF2-0A7E-45E5-9F38-C7C467826FC1}">
      <dgm:prSet/>
      <dgm:spPr/>
      <dgm:t>
        <a:bodyPr/>
        <a:lstStyle/>
        <a:p>
          <a:r>
            <a:rPr lang="en-US"/>
            <a:t>Windows Batch Files</a:t>
          </a:r>
        </a:p>
      </dgm:t>
    </dgm:pt>
    <dgm:pt modelId="{801E6BC7-60F7-468D-8EAE-B5AF8E7D48B6}" type="parTrans" cxnId="{B8467C99-BA91-41EE-9F89-866BDE3A4C86}">
      <dgm:prSet/>
      <dgm:spPr/>
      <dgm:t>
        <a:bodyPr/>
        <a:lstStyle/>
        <a:p>
          <a:endParaRPr lang="en-US"/>
        </a:p>
      </dgm:t>
    </dgm:pt>
    <dgm:pt modelId="{63ED7854-CAFF-4468-ADBA-DCD6B1AAFF18}" type="sibTrans" cxnId="{B8467C99-BA91-41EE-9F89-866BDE3A4C86}">
      <dgm:prSet/>
      <dgm:spPr/>
      <dgm:t>
        <a:bodyPr/>
        <a:lstStyle/>
        <a:p>
          <a:endParaRPr lang="en-US"/>
        </a:p>
      </dgm:t>
    </dgm:pt>
    <dgm:pt modelId="{F364CF91-7664-4065-8C50-F655E6656BA9}" type="pres">
      <dgm:prSet presAssocID="{18B9A54C-A286-4C71-BECF-9DAD5CC137C1}" presName="linear" presStyleCnt="0">
        <dgm:presLayoutVars>
          <dgm:animLvl val="lvl"/>
          <dgm:resizeHandles val="exact"/>
        </dgm:presLayoutVars>
      </dgm:prSet>
      <dgm:spPr/>
    </dgm:pt>
    <dgm:pt modelId="{AA426922-6521-4D43-B69F-BE1AF571643E}" type="pres">
      <dgm:prSet presAssocID="{6D8C979C-2550-4BC1-BC1A-4DCD20D5AC18}" presName="parentText" presStyleLbl="node1" presStyleIdx="0" presStyleCnt="4">
        <dgm:presLayoutVars>
          <dgm:chMax val="0"/>
          <dgm:bulletEnabled val="1"/>
        </dgm:presLayoutVars>
      </dgm:prSet>
      <dgm:spPr/>
    </dgm:pt>
    <dgm:pt modelId="{B9D60A16-A494-48C5-AEF6-62F6D08E9D2D}" type="pres">
      <dgm:prSet presAssocID="{5C2F2CEB-C225-44A3-A298-C10A8DB6318A}" presName="spacer" presStyleCnt="0"/>
      <dgm:spPr/>
    </dgm:pt>
    <dgm:pt modelId="{0AE1D543-A92F-44E3-8E64-0C17B810C219}" type="pres">
      <dgm:prSet presAssocID="{2C94D4D2-B561-449B-84CA-5821A936ABE1}" presName="parentText" presStyleLbl="node1" presStyleIdx="1" presStyleCnt="4">
        <dgm:presLayoutVars>
          <dgm:chMax val="0"/>
          <dgm:bulletEnabled val="1"/>
        </dgm:presLayoutVars>
      </dgm:prSet>
      <dgm:spPr/>
    </dgm:pt>
    <dgm:pt modelId="{1BF4B94B-1D6B-4113-B965-F50C02D83870}" type="pres">
      <dgm:prSet presAssocID="{EFD6C65B-7085-45C6-9512-13732D1F2893}" presName="spacer" presStyleCnt="0"/>
      <dgm:spPr/>
    </dgm:pt>
    <dgm:pt modelId="{541E6534-50D7-462A-9B29-79B6F41000AF}" type="pres">
      <dgm:prSet presAssocID="{C5972435-F79A-401D-8078-07FCE9F41BD3}" presName="parentText" presStyleLbl="node1" presStyleIdx="2" presStyleCnt="4">
        <dgm:presLayoutVars>
          <dgm:chMax val="0"/>
          <dgm:bulletEnabled val="1"/>
        </dgm:presLayoutVars>
      </dgm:prSet>
      <dgm:spPr/>
    </dgm:pt>
    <dgm:pt modelId="{641E7142-CF31-4487-AC32-84F4D19772C5}" type="pres">
      <dgm:prSet presAssocID="{3C46C80D-F005-42F2-93C8-F23988EE4CE7}" presName="spacer" presStyleCnt="0"/>
      <dgm:spPr/>
    </dgm:pt>
    <dgm:pt modelId="{37EB00E5-E41F-42E0-A2CB-65BC44D9F59F}" type="pres">
      <dgm:prSet presAssocID="{D8E4CAF2-0A7E-45E5-9F38-C7C467826FC1}" presName="parentText" presStyleLbl="node1" presStyleIdx="3" presStyleCnt="4">
        <dgm:presLayoutVars>
          <dgm:chMax val="0"/>
          <dgm:bulletEnabled val="1"/>
        </dgm:presLayoutVars>
      </dgm:prSet>
      <dgm:spPr/>
    </dgm:pt>
  </dgm:ptLst>
  <dgm:cxnLst>
    <dgm:cxn modelId="{4E6B5065-7F01-49C4-AECF-59197FA96EF5}" type="presOf" srcId="{6D8C979C-2550-4BC1-BC1A-4DCD20D5AC18}" destId="{AA426922-6521-4D43-B69F-BE1AF571643E}" srcOrd="0" destOrd="0" presId="urn:microsoft.com/office/officeart/2005/8/layout/vList2"/>
    <dgm:cxn modelId="{5FA3FC49-42D1-44C6-A293-61392BAD2B8E}" type="presOf" srcId="{18B9A54C-A286-4C71-BECF-9DAD5CC137C1}" destId="{F364CF91-7664-4065-8C50-F655E6656BA9}" srcOrd="0" destOrd="0" presId="urn:microsoft.com/office/officeart/2005/8/layout/vList2"/>
    <dgm:cxn modelId="{4223B156-8D01-49C3-955C-C6207DE3D652}" srcId="{18B9A54C-A286-4C71-BECF-9DAD5CC137C1}" destId="{6D8C979C-2550-4BC1-BC1A-4DCD20D5AC18}" srcOrd="0" destOrd="0" parTransId="{F606D506-9527-4E3F-AED4-5F4669830034}" sibTransId="{5C2F2CEB-C225-44A3-A298-C10A8DB6318A}"/>
    <dgm:cxn modelId="{F9B65D82-94C9-4D84-9A58-408D03734B50}" srcId="{18B9A54C-A286-4C71-BECF-9DAD5CC137C1}" destId="{C5972435-F79A-401D-8078-07FCE9F41BD3}" srcOrd="2" destOrd="0" parTransId="{5BF679E9-D5E1-4F1B-8491-8F26E0E27EEF}" sibTransId="{3C46C80D-F005-42F2-93C8-F23988EE4CE7}"/>
    <dgm:cxn modelId="{5A687297-A961-431B-890A-A8DA23D7BD1C}" srcId="{18B9A54C-A286-4C71-BECF-9DAD5CC137C1}" destId="{2C94D4D2-B561-449B-84CA-5821A936ABE1}" srcOrd="1" destOrd="0" parTransId="{9BC86BCD-2C31-4BCB-8274-7CDAF3C2B453}" sibTransId="{EFD6C65B-7085-45C6-9512-13732D1F2893}"/>
    <dgm:cxn modelId="{B8467C99-BA91-41EE-9F89-866BDE3A4C86}" srcId="{18B9A54C-A286-4C71-BECF-9DAD5CC137C1}" destId="{D8E4CAF2-0A7E-45E5-9F38-C7C467826FC1}" srcOrd="3" destOrd="0" parTransId="{801E6BC7-60F7-468D-8EAE-B5AF8E7D48B6}" sibTransId="{63ED7854-CAFF-4468-ADBA-DCD6B1AAFF18}"/>
    <dgm:cxn modelId="{E3F0FFDB-214A-453F-82F8-EE27591DF23A}" type="presOf" srcId="{C5972435-F79A-401D-8078-07FCE9F41BD3}" destId="{541E6534-50D7-462A-9B29-79B6F41000AF}" srcOrd="0" destOrd="0" presId="urn:microsoft.com/office/officeart/2005/8/layout/vList2"/>
    <dgm:cxn modelId="{16FC12F1-F6A4-4E95-9AB0-FC850FDC6F21}" type="presOf" srcId="{2C94D4D2-B561-449B-84CA-5821A936ABE1}" destId="{0AE1D543-A92F-44E3-8E64-0C17B810C219}" srcOrd="0" destOrd="0" presId="urn:microsoft.com/office/officeart/2005/8/layout/vList2"/>
    <dgm:cxn modelId="{E1C142F1-AEA4-4E9F-A1ED-BE036218AC9F}" type="presOf" srcId="{D8E4CAF2-0A7E-45E5-9F38-C7C467826FC1}" destId="{37EB00E5-E41F-42E0-A2CB-65BC44D9F59F}" srcOrd="0" destOrd="0" presId="urn:microsoft.com/office/officeart/2005/8/layout/vList2"/>
    <dgm:cxn modelId="{C931D848-FDA4-4BDF-8744-5DA99958A4FD}" type="presParOf" srcId="{F364CF91-7664-4065-8C50-F655E6656BA9}" destId="{AA426922-6521-4D43-B69F-BE1AF571643E}" srcOrd="0" destOrd="0" presId="urn:microsoft.com/office/officeart/2005/8/layout/vList2"/>
    <dgm:cxn modelId="{C22DCD2E-258B-41D5-B160-49A82796500B}" type="presParOf" srcId="{F364CF91-7664-4065-8C50-F655E6656BA9}" destId="{B9D60A16-A494-48C5-AEF6-62F6D08E9D2D}" srcOrd="1" destOrd="0" presId="urn:microsoft.com/office/officeart/2005/8/layout/vList2"/>
    <dgm:cxn modelId="{8773B895-075F-4F19-91FF-B1070CCF3331}" type="presParOf" srcId="{F364CF91-7664-4065-8C50-F655E6656BA9}" destId="{0AE1D543-A92F-44E3-8E64-0C17B810C219}" srcOrd="2" destOrd="0" presId="urn:microsoft.com/office/officeart/2005/8/layout/vList2"/>
    <dgm:cxn modelId="{D5B67DE2-3B6B-4D59-A418-2ED833476750}" type="presParOf" srcId="{F364CF91-7664-4065-8C50-F655E6656BA9}" destId="{1BF4B94B-1D6B-4113-B965-F50C02D83870}" srcOrd="3" destOrd="0" presId="urn:microsoft.com/office/officeart/2005/8/layout/vList2"/>
    <dgm:cxn modelId="{D560288B-40D8-4FF2-AB20-C84E5FA19258}" type="presParOf" srcId="{F364CF91-7664-4065-8C50-F655E6656BA9}" destId="{541E6534-50D7-462A-9B29-79B6F41000AF}" srcOrd="4" destOrd="0" presId="urn:microsoft.com/office/officeart/2005/8/layout/vList2"/>
    <dgm:cxn modelId="{B9EF1197-4856-42C8-BE2E-6FE304647824}" type="presParOf" srcId="{F364CF91-7664-4065-8C50-F655E6656BA9}" destId="{641E7142-CF31-4487-AC32-84F4D19772C5}" srcOrd="5" destOrd="0" presId="urn:microsoft.com/office/officeart/2005/8/layout/vList2"/>
    <dgm:cxn modelId="{0875EC34-72EF-47EE-A4CC-3EB006871370}" type="presParOf" srcId="{F364CF91-7664-4065-8C50-F655E6656BA9}" destId="{37EB00E5-E41F-42E0-A2CB-65BC44D9F59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894748-43BF-4241-A61F-3A31C4DF6B3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9F0DC738-6F64-4180-A6C6-F7DCFD27D9BD}">
      <dgm:prSet/>
      <dgm:spPr/>
      <dgm:t>
        <a:bodyPr/>
        <a:lstStyle/>
        <a:p>
          <a:r>
            <a:rPr lang="en-US" dirty="0"/>
            <a:t>4 Test</a:t>
          </a:r>
        </a:p>
      </dgm:t>
    </dgm:pt>
    <dgm:pt modelId="{AD6680A8-B443-4EE3-94FC-05E3D2871274}" type="parTrans" cxnId="{7BDE4557-7A0A-4D99-858C-94AD119D02E5}">
      <dgm:prSet/>
      <dgm:spPr/>
      <dgm:t>
        <a:bodyPr/>
        <a:lstStyle/>
        <a:p>
          <a:endParaRPr lang="en-US"/>
        </a:p>
      </dgm:t>
    </dgm:pt>
    <dgm:pt modelId="{D4E06003-3457-4D22-8DFD-D8C80E1D5677}" type="sibTrans" cxnId="{7BDE4557-7A0A-4D99-858C-94AD119D02E5}">
      <dgm:prSet/>
      <dgm:spPr/>
      <dgm:t>
        <a:bodyPr/>
        <a:lstStyle/>
        <a:p>
          <a:endParaRPr lang="en-US"/>
        </a:p>
      </dgm:t>
    </dgm:pt>
    <dgm:pt modelId="{0F6A04DB-2F34-4A94-AADF-5A0098D2E6D5}">
      <dgm:prSet/>
      <dgm:spPr/>
      <dgm:t>
        <a:bodyPr/>
        <a:lstStyle/>
        <a:p>
          <a:r>
            <a:rPr lang="en-US"/>
            <a:t>.txt documents containing dateTime and remaining fuel</a:t>
          </a:r>
        </a:p>
      </dgm:t>
    </dgm:pt>
    <dgm:pt modelId="{B35AD8A1-2F8B-4A34-9359-DDA4E65306CC}" type="parTrans" cxnId="{4E8D5995-050C-43D0-8C4D-B6143BB9D3E3}">
      <dgm:prSet/>
      <dgm:spPr/>
      <dgm:t>
        <a:bodyPr/>
        <a:lstStyle/>
        <a:p>
          <a:endParaRPr lang="en-US"/>
        </a:p>
      </dgm:t>
    </dgm:pt>
    <dgm:pt modelId="{961A5804-FFF8-4296-BB57-B98BE5D73BD2}" type="sibTrans" cxnId="{4E8D5995-050C-43D0-8C4D-B6143BB9D3E3}">
      <dgm:prSet/>
      <dgm:spPr/>
      <dgm:t>
        <a:bodyPr/>
        <a:lstStyle/>
        <a:p>
          <a:endParaRPr lang="en-US"/>
        </a:p>
      </dgm:t>
    </dgm:pt>
    <dgm:pt modelId="{54D67A61-A45D-4FDA-BD26-D9FC24ED462A}">
      <dgm:prSet/>
      <dgm:spPr/>
      <dgm:t>
        <a:bodyPr/>
        <a:lstStyle/>
        <a:p>
          <a:r>
            <a:rPr lang="en-US"/>
            <a:t>Clients pick random file after connecting to server</a:t>
          </a:r>
        </a:p>
      </dgm:t>
    </dgm:pt>
    <dgm:pt modelId="{2E547EE1-1345-4EF8-B255-E57B332F4D3D}" type="parTrans" cxnId="{3D1D4135-1090-4AED-B7A5-50CE44EC5488}">
      <dgm:prSet/>
      <dgm:spPr/>
      <dgm:t>
        <a:bodyPr/>
        <a:lstStyle/>
        <a:p>
          <a:endParaRPr lang="en-US"/>
        </a:p>
      </dgm:t>
    </dgm:pt>
    <dgm:pt modelId="{69A265F4-B958-4766-B5AB-2E3C11384ED1}" type="sibTrans" cxnId="{3D1D4135-1090-4AED-B7A5-50CE44EC5488}">
      <dgm:prSet/>
      <dgm:spPr/>
      <dgm:t>
        <a:bodyPr/>
        <a:lstStyle/>
        <a:p>
          <a:endParaRPr lang="en-US"/>
        </a:p>
      </dgm:t>
    </dgm:pt>
    <dgm:pt modelId="{BBC4E812-057A-464C-84CC-D9D7FDCB0CC4}" type="pres">
      <dgm:prSet presAssocID="{89894748-43BF-4241-A61F-3A31C4DF6B3F}" presName="linear" presStyleCnt="0">
        <dgm:presLayoutVars>
          <dgm:animLvl val="lvl"/>
          <dgm:resizeHandles val="exact"/>
        </dgm:presLayoutVars>
      </dgm:prSet>
      <dgm:spPr/>
    </dgm:pt>
    <dgm:pt modelId="{D50EF05E-3815-4321-877B-C7D2483D49CE}" type="pres">
      <dgm:prSet presAssocID="{9F0DC738-6F64-4180-A6C6-F7DCFD27D9BD}" presName="parentText" presStyleLbl="node1" presStyleIdx="0" presStyleCnt="3">
        <dgm:presLayoutVars>
          <dgm:chMax val="0"/>
          <dgm:bulletEnabled val="1"/>
        </dgm:presLayoutVars>
      </dgm:prSet>
      <dgm:spPr/>
    </dgm:pt>
    <dgm:pt modelId="{321843D3-C2E0-407C-B5F8-9FEFFD36CE0D}" type="pres">
      <dgm:prSet presAssocID="{D4E06003-3457-4D22-8DFD-D8C80E1D5677}" presName="spacer" presStyleCnt="0"/>
      <dgm:spPr/>
    </dgm:pt>
    <dgm:pt modelId="{4BEF854F-CCE6-4CDB-8DA8-EAA77B593209}" type="pres">
      <dgm:prSet presAssocID="{0F6A04DB-2F34-4A94-AADF-5A0098D2E6D5}" presName="parentText" presStyleLbl="node1" presStyleIdx="1" presStyleCnt="3">
        <dgm:presLayoutVars>
          <dgm:chMax val="0"/>
          <dgm:bulletEnabled val="1"/>
        </dgm:presLayoutVars>
      </dgm:prSet>
      <dgm:spPr/>
    </dgm:pt>
    <dgm:pt modelId="{43010589-B9A5-4DE6-85E8-592CC4826CD9}" type="pres">
      <dgm:prSet presAssocID="{961A5804-FFF8-4296-BB57-B98BE5D73BD2}" presName="spacer" presStyleCnt="0"/>
      <dgm:spPr/>
    </dgm:pt>
    <dgm:pt modelId="{26E356D1-6EFD-484E-BA38-257F28FA2BDB}" type="pres">
      <dgm:prSet presAssocID="{54D67A61-A45D-4FDA-BD26-D9FC24ED462A}" presName="parentText" presStyleLbl="node1" presStyleIdx="2" presStyleCnt="3">
        <dgm:presLayoutVars>
          <dgm:chMax val="0"/>
          <dgm:bulletEnabled val="1"/>
        </dgm:presLayoutVars>
      </dgm:prSet>
      <dgm:spPr/>
    </dgm:pt>
  </dgm:ptLst>
  <dgm:cxnLst>
    <dgm:cxn modelId="{21E0CF1E-37BB-44CC-B986-A68A284672A3}" type="presOf" srcId="{54D67A61-A45D-4FDA-BD26-D9FC24ED462A}" destId="{26E356D1-6EFD-484E-BA38-257F28FA2BDB}" srcOrd="0" destOrd="0" presId="urn:microsoft.com/office/officeart/2005/8/layout/vList2"/>
    <dgm:cxn modelId="{3D1D4135-1090-4AED-B7A5-50CE44EC5488}" srcId="{89894748-43BF-4241-A61F-3A31C4DF6B3F}" destId="{54D67A61-A45D-4FDA-BD26-D9FC24ED462A}" srcOrd="2" destOrd="0" parTransId="{2E547EE1-1345-4EF8-B255-E57B332F4D3D}" sibTransId="{69A265F4-B958-4766-B5AB-2E3C11384ED1}"/>
    <dgm:cxn modelId="{28A07243-4A15-4BF9-8217-D10873D71FA1}" type="presOf" srcId="{0F6A04DB-2F34-4A94-AADF-5A0098D2E6D5}" destId="{4BEF854F-CCE6-4CDB-8DA8-EAA77B593209}" srcOrd="0" destOrd="0" presId="urn:microsoft.com/office/officeart/2005/8/layout/vList2"/>
    <dgm:cxn modelId="{7BDE4557-7A0A-4D99-858C-94AD119D02E5}" srcId="{89894748-43BF-4241-A61F-3A31C4DF6B3F}" destId="{9F0DC738-6F64-4180-A6C6-F7DCFD27D9BD}" srcOrd="0" destOrd="0" parTransId="{AD6680A8-B443-4EE3-94FC-05E3D2871274}" sibTransId="{D4E06003-3457-4D22-8DFD-D8C80E1D5677}"/>
    <dgm:cxn modelId="{2EA4CD7F-E699-46DB-8141-D70D8AE0F74B}" type="presOf" srcId="{9F0DC738-6F64-4180-A6C6-F7DCFD27D9BD}" destId="{D50EF05E-3815-4321-877B-C7D2483D49CE}" srcOrd="0" destOrd="0" presId="urn:microsoft.com/office/officeart/2005/8/layout/vList2"/>
    <dgm:cxn modelId="{4E8D5995-050C-43D0-8C4D-B6143BB9D3E3}" srcId="{89894748-43BF-4241-A61F-3A31C4DF6B3F}" destId="{0F6A04DB-2F34-4A94-AADF-5A0098D2E6D5}" srcOrd="1" destOrd="0" parTransId="{B35AD8A1-2F8B-4A34-9359-DDA4E65306CC}" sibTransId="{961A5804-FFF8-4296-BB57-B98BE5D73BD2}"/>
    <dgm:cxn modelId="{98565DA0-321A-4BE1-8CE2-4FA98F2D6F28}" type="presOf" srcId="{89894748-43BF-4241-A61F-3A31C4DF6B3F}" destId="{BBC4E812-057A-464C-84CC-D9D7FDCB0CC4}" srcOrd="0" destOrd="0" presId="urn:microsoft.com/office/officeart/2005/8/layout/vList2"/>
    <dgm:cxn modelId="{B3E1C466-E2DE-4F02-8E4A-6C7C009E2BCC}" type="presParOf" srcId="{BBC4E812-057A-464C-84CC-D9D7FDCB0CC4}" destId="{D50EF05E-3815-4321-877B-C7D2483D49CE}" srcOrd="0" destOrd="0" presId="urn:microsoft.com/office/officeart/2005/8/layout/vList2"/>
    <dgm:cxn modelId="{6412FD58-3708-4A75-9971-8F530A403D4F}" type="presParOf" srcId="{BBC4E812-057A-464C-84CC-D9D7FDCB0CC4}" destId="{321843D3-C2E0-407C-B5F8-9FEFFD36CE0D}" srcOrd="1" destOrd="0" presId="urn:microsoft.com/office/officeart/2005/8/layout/vList2"/>
    <dgm:cxn modelId="{389813AF-6E90-4E6B-9017-0A43C5F10600}" type="presParOf" srcId="{BBC4E812-057A-464C-84CC-D9D7FDCB0CC4}" destId="{4BEF854F-CCE6-4CDB-8DA8-EAA77B593209}" srcOrd="2" destOrd="0" presId="urn:microsoft.com/office/officeart/2005/8/layout/vList2"/>
    <dgm:cxn modelId="{21958718-6829-4B7E-86F8-DA2AF9EF5F73}" type="presParOf" srcId="{BBC4E812-057A-464C-84CC-D9D7FDCB0CC4}" destId="{43010589-B9A5-4DE6-85E8-592CC4826CD9}" srcOrd="3" destOrd="0" presId="urn:microsoft.com/office/officeart/2005/8/layout/vList2"/>
    <dgm:cxn modelId="{59D1FF92-4905-4F51-8B48-003CA5147669}" type="presParOf" srcId="{BBC4E812-057A-464C-84CC-D9D7FDCB0CC4}" destId="{26E356D1-6EFD-484E-BA38-257F28FA2BD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A17E84-4AA9-4799-A3E6-D6172460859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1607036-32EF-43C3-9EA7-5187E4B4D4D4}">
      <dgm:prSet/>
      <dgm:spPr/>
      <dgm:t>
        <a:bodyPr/>
        <a:lstStyle/>
        <a:p>
          <a:pPr>
            <a:lnSpc>
              <a:spcPct val="100000"/>
            </a:lnSpc>
          </a:pPr>
          <a:r>
            <a:rPr lang="en-US"/>
            <a:t>Load Testing: 75-300 Clients</a:t>
          </a:r>
        </a:p>
      </dgm:t>
    </dgm:pt>
    <dgm:pt modelId="{13CEF6E6-5756-45B8-944A-AE2EF241EB20}" type="parTrans" cxnId="{85C33AE4-C58A-47AB-8374-DE6AE0B9FC50}">
      <dgm:prSet/>
      <dgm:spPr/>
      <dgm:t>
        <a:bodyPr/>
        <a:lstStyle/>
        <a:p>
          <a:endParaRPr lang="en-US"/>
        </a:p>
      </dgm:t>
    </dgm:pt>
    <dgm:pt modelId="{C9DD8874-AC61-4A94-9CFD-2BF73DAD169D}" type="sibTrans" cxnId="{85C33AE4-C58A-47AB-8374-DE6AE0B9FC50}">
      <dgm:prSet/>
      <dgm:spPr/>
      <dgm:t>
        <a:bodyPr/>
        <a:lstStyle/>
        <a:p>
          <a:endParaRPr lang="en-US"/>
        </a:p>
      </dgm:t>
    </dgm:pt>
    <dgm:pt modelId="{5589D792-07A9-4833-A7B5-E845899CFD70}">
      <dgm:prSet/>
      <dgm:spPr/>
      <dgm:t>
        <a:bodyPr/>
        <a:lstStyle/>
        <a:p>
          <a:pPr>
            <a:lnSpc>
              <a:spcPct val="100000"/>
            </a:lnSpc>
          </a:pPr>
          <a:r>
            <a:rPr lang="en-US"/>
            <a:t>Endurance Testing: 100 Clients every 250s</a:t>
          </a:r>
        </a:p>
      </dgm:t>
    </dgm:pt>
    <dgm:pt modelId="{A6592A18-081F-420B-A040-171354FE17E9}" type="parTrans" cxnId="{2D2156E7-8378-481A-9933-0C038BBC25F3}">
      <dgm:prSet/>
      <dgm:spPr/>
      <dgm:t>
        <a:bodyPr/>
        <a:lstStyle/>
        <a:p>
          <a:endParaRPr lang="en-US"/>
        </a:p>
      </dgm:t>
    </dgm:pt>
    <dgm:pt modelId="{EB10F77A-5B0D-4915-BCCC-1E0EB6BFD65F}" type="sibTrans" cxnId="{2D2156E7-8378-481A-9933-0C038BBC25F3}">
      <dgm:prSet/>
      <dgm:spPr/>
      <dgm:t>
        <a:bodyPr/>
        <a:lstStyle/>
        <a:p>
          <a:endParaRPr lang="en-US"/>
        </a:p>
      </dgm:t>
    </dgm:pt>
    <dgm:pt modelId="{520C931C-BD09-4F42-BCD3-5BA3F5784413}">
      <dgm:prSet/>
      <dgm:spPr/>
      <dgm:t>
        <a:bodyPr/>
        <a:lstStyle/>
        <a:p>
          <a:pPr>
            <a:lnSpc>
              <a:spcPct val="100000"/>
            </a:lnSpc>
          </a:pPr>
          <a:r>
            <a:rPr lang="en-US"/>
            <a:t>Crash Testing: 200 Clients</a:t>
          </a:r>
        </a:p>
      </dgm:t>
    </dgm:pt>
    <dgm:pt modelId="{55AFB81D-774B-4400-B8BE-EE39F96D0098}" type="parTrans" cxnId="{2F5BFC01-A613-4704-A6B4-F0C40124EBB5}">
      <dgm:prSet/>
      <dgm:spPr/>
      <dgm:t>
        <a:bodyPr/>
        <a:lstStyle/>
        <a:p>
          <a:endParaRPr lang="en-US"/>
        </a:p>
      </dgm:t>
    </dgm:pt>
    <dgm:pt modelId="{FD7946B1-210F-4A92-9557-E667CECCDC59}" type="sibTrans" cxnId="{2F5BFC01-A613-4704-A6B4-F0C40124EBB5}">
      <dgm:prSet/>
      <dgm:spPr/>
      <dgm:t>
        <a:bodyPr/>
        <a:lstStyle/>
        <a:p>
          <a:endParaRPr lang="en-US"/>
        </a:p>
      </dgm:t>
    </dgm:pt>
    <dgm:pt modelId="{912DD8D4-D123-4FA7-9A7D-A324DC48D433}" type="pres">
      <dgm:prSet presAssocID="{D5A17E84-4AA9-4799-A3E6-D61724608599}" presName="root" presStyleCnt="0">
        <dgm:presLayoutVars>
          <dgm:dir/>
          <dgm:resizeHandles val="exact"/>
        </dgm:presLayoutVars>
      </dgm:prSet>
      <dgm:spPr/>
    </dgm:pt>
    <dgm:pt modelId="{60697788-A0D7-4FEF-9BA3-400BBB60874A}" type="pres">
      <dgm:prSet presAssocID="{01607036-32EF-43C3-9EA7-5187E4B4D4D4}" presName="compNode" presStyleCnt="0"/>
      <dgm:spPr/>
    </dgm:pt>
    <dgm:pt modelId="{8574E534-45A9-4E26-9045-909FE94E8BE2}" type="pres">
      <dgm:prSet presAssocID="{01607036-32EF-43C3-9EA7-5187E4B4D4D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ading"/>
        </a:ext>
      </dgm:extLst>
    </dgm:pt>
    <dgm:pt modelId="{8999BD7B-53F8-43E1-A30C-BFE69A42ED42}" type="pres">
      <dgm:prSet presAssocID="{01607036-32EF-43C3-9EA7-5187E4B4D4D4}" presName="spaceRect" presStyleCnt="0"/>
      <dgm:spPr/>
    </dgm:pt>
    <dgm:pt modelId="{BB62CAFF-CF35-4FEE-B0A1-C22BFA085528}" type="pres">
      <dgm:prSet presAssocID="{01607036-32EF-43C3-9EA7-5187E4B4D4D4}" presName="textRect" presStyleLbl="revTx" presStyleIdx="0" presStyleCnt="3">
        <dgm:presLayoutVars>
          <dgm:chMax val="1"/>
          <dgm:chPref val="1"/>
        </dgm:presLayoutVars>
      </dgm:prSet>
      <dgm:spPr/>
    </dgm:pt>
    <dgm:pt modelId="{A3667DB8-FBA2-4A4E-992B-36AE337D1A74}" type="pres">
      <dgm:prSet presAssocID="{C9DD8874-AC61-4A94-9CFD-2BF73DAD169D}" presName="sibTrans" presStyleCnt="0"/>
      <dgm:spPr/>
    </dgm:pt>
    <dgm:pt modelId="{6FEF0589-EC9A-4A5A-9F9B-C4EDE5A74102}" type="pres">
      <dgm:prSet presAssocID="{5589D792-07A9-4833-A7B5-E845899CFD70}" presName="compNode" presStyleCnt="0"/>
      <dgm:spPr/>
    </dgm:pt>
    <dgm:pt modelId="{33A5121E-7460-47D9-B389-74A0CE443938}" type="pres">
      <dgm:prSet presAssocID="{5589D792-07A9-4833-A7B5-E845899CFD7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EA0E501E-2C8F-40E9-8431-F5918DA615B2}" type="pres">
      <dgm:prSet presAssocID="{5589D792-07A9-4833-A7B5-E845899CFD70}" presName="spaceRect" presStyleCnt="0"/>
      <dgm:spPr/>
    </dgm:pt>
    <dgm:pt modelId="{90220984-A0D0-4151-8012-C4E1D88BB4AB}" type="pres">
      <dgm:prSet presAssocID="{5589D792-07A9-4833-A7B5-E845899CFD70}" presName="textRect" presStyleLbl="revTx" presStyleIdx="1" presStyleCnt="3">
        <dgm:presLayoutVars>
          <dgm:chMax val="1"/>
          <dgm:chPref val="1"/>
        </dgm:presLayoutVars>
      </dgm:prSet>
      <dgm:spPr/>
    </dgm:pt>
    <dgm:pt modelId="{6577D480-B258-4A84-83E4-E8686A6D3556}" type="pres">
      <dgm:prSet presAssocID="{EB10F77A-5B0D-4915-BCCC-1E0EB6BFD65F}" presName="sibTrans" presStyleCnt="0"/>
      <dgm:spPr/>
    </dgm:pt>
    <dgm:pt modelId="{ADC83B77-F586-4496-947B-745AB1AA2B82}" type="pres">
      <dgm:prSet presAssocID="{520C931C-BD09-4F42-BCD3-5BA3F5784413}" presName="compNode" presStyleCnt="0"/>
      <dgm:spPr/>
    </dgm:pt>
    <dgm:pt modelId="{DC58AC38-BB75-4D75-B419-49F74FFD6FDC}" type="pres">
      <dgm:prSet presAssocID="{520C931C-BD09-4F42-BCD3-5BA3F578441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ar"/>
        </a:ext>
      </dgm:extLst>
    </dgm:pt>
    <dgm:pt modelId="{B73B6417-F020-4ADC-826D-55B40C43F3D5}" type="pres">
      <dgm:prSet presAssocID="{520C931C-BD09-4F42-BCD3-5BA3F5784413}" presName="spaceRect" presStyleCnt="0"/>
      <dgm:spPr/>
    </dgm:pt>
    <dgm:pt modelId="{2199E86A-71CC-4776-95C2-EAAB0EA7E823}" type="pres">
      <dgm:prSet presAssocID="{520C931C-BD09-4F42-BCD3-5BA3F5784413}" presName="textRect" presStyleLbl="revTx" presStyleIdx="2" presStyleCnt="3">
        <dgm:presLayoutVars>
          <dgm:chMax val="1"/>
          <dgm:chPref val="1"/>
        </dgm:presLayoutVars>
      </dgm:prSet>
      <dgm:spPr/>
    </dgm:pt>
  </dgm:ptLst>
  <dgm:cxnLst>
    <dgm:cxn modelId="{2F5BFC01-A613-4704-A6B4-F0C40124EBB5}" srcId="{D5A17E84-4AA9-4799-A3E6-D61724608599}" destId="{520C931C-BD09-4F42-BCD3-5BA3F5784413}" srcOrd="2" destOrd="0" parTransId="{55AFB81D-774B-4400-B8BE-EE39F96D0098}" sibTransId="{FD7946B1-210F-4A92-9557-E667CECCDC59}"/>
    <dgm:cxn modelId="{D1A17F02-02B7-4B65-9941-FF12C4995AD6}" type="presOf" srcId="{01607036-32EF-43C3-9EA7-5187E4B4D4D4}" destId="{BB62CAFF-CF35-4FEE-B0A1-C22BFA085528}" srcOrd="0" destOrd="0" presId="urn:microsoft.com/office/officeart/2018/2/layout/IconLabelList"/>
    <dgm:cxn modelId="{CC8BF948-51BB-4170-B7B5-798D5241B75C}" type="presOf" srcId="{5589D792-07A9-4833-A7B5-E845899CFD70}" destId="{90220984-A0D0-4151-8012-C4E1D88BB4AB}" srcOrd="0" destOrd="0" presId="urn:microsoft.com/office/officeart/2018/2/layout/IconLabelList"/>
    <dgm:cxn modelId="{AC2ED399-BF67-4C81-8472-98C1ECA1697A}" type="presOf" srcId="{D5A17E84-4AA9-4799-A3E6-D61724608599}" destId="{912DD8D4-D123-4FA7-9A7D-A324DC48D433}" srcOrd="0" destOrd="0" presId="urn:microsoft.com/office/officeart/2018/2/layout/IconLabelList"/>
    <dgm:cxn modelId="{D7A05BE1-F95A-4B72-8D5E-7F2CA748BAFF}" type="presOf" srcId="{520C931C-BD09-4F42-BCD3-5BA3F5784413}" destId="{2199E86A-71CC-4776-95C2-EAAB0EA7E823}" srcOrd="0" destOrd="0" presId="urn:microsoft.com/office/officeart/2018/2/layout/IconLabelList"/>
    <dgm:cxn modelId="{85C33AE4-C58A-47AB-8374-DE6AE0B9FC50}" srcId="{D5A17E84-4AA9-4799-A3E6-D61724608599}" destId="{01607036-32EF-43C3-9EA7-5187E4B4D4D4}" srcOrd="0" destOrd="0" parTransId="{13CEF6E6-5756-45B8-944A-AE2EF241EB20}" sibTransId="{C9DD8874-AC61-4A94-9CFD-2BF73DAD169D}"/>
    <dgm:cxn modelId="{2D2156E7-8378-481A-9933-0C038BBC25F3}" srcId="{D5A17E84-4AA9-4799-A3E6-D61724608599}" destId="{5589D792-07A9-4833-A7B5-E845899CFD70}" srcOrd="1" destOrd="0" parTransId="{A6592A18-081F-420B-A040-171354FE17E9}" sibTransId="{EB10F77A-5B0D-4915-BCCC-1E0EB6BFD65F}"/>
    <dgm:cxn modelId="{91B74626-A4B9-4798-8123-4AD3C083BB9B}" type="presParOf" srcId="{912DD8D4-D123-4FA7-9A7D-A324DC48D433}" destId="{60697788-A0D7-4FEF-9BA3-400BBB60874A}" srcOrd="0" destOrd="0" presId="urn:microsoft.com/office/officeart/2018/2/layout/IconLabelList"/>
    <dgm:cxn modelId="{10B8ACB5-A109-44F4-9BBD-B739C18995BD}" type="presParOf" srcId="{60697788-A0D7-4FEF-9BA3-400BBB60874A}" destId="{8574E534-45A9-4E26-9045-909FE94E8BE2}" srcOrd="0" destOrd="0" presId="urn:microsoft.com/office/officeart/2018/2/layout/IconLabelList"/>
    <dgm:cxn modelId="{28342667-6828-448A-BCE1-C2E35989E3D6}" type="presParOf" srcId="{60697788-A0D7-4FEF-9BA3-400BBB60874A}" destId="{8999BD7B-53F8-43E1-A30C-BFE69A42ED42}" srcOrd="1" destOrd="0" presId="urn:microsoft.com/office/officeart/2018/2/layout/IconLabelList"/>
    <dgm:cxn modelId="{44A20ECC-0F0A-4D5A-BEFA-C7804BE637B1}" type="presParOf" srcId="{60697788-A0D7-4FEF-9BA3-400BBB60874A}" destId="{BB62CAFF-CF35-4FEE-B0A1-C22BFA085528}" srcOrd="2" destOrd="0" presId="urn:microsoft.com/office/officeart/2018/2/layout/IconLabelList"/>
    <dgm:cxn modelId="{E4330A63-DD18-44E2-8BC5-78D4C2C0937E}" type="presParOf" srcId="{912DD8D4-D123-4FA7-9A7D-A324DC48D433}" destId="{A3667DB8-FBA2-4A4E-992B-36AE337D1A74}" srcOrd="1" destOrd="0" presId="urn:microsoft.com/office/officeart/2018/2/layout/IconLabelList"/>
    <dgm:cxn modelId="{91C5502B-4FDB-4677-BF8D-586C819DE150}" type="presParOf" srcId="{912DD8D4-D123-4FA7-9A7D-A324DC48D433}" destId="{6FEF0589-EC9A-4A5A-9F9B-C4EDE5A74102}" srcOrd="2" destOrd="0" presId="urn:microsoft.com/office/officeart/2018/2/layout/IconLabelList"/>
    <dgm:cxn modelId="{A66F4B51-D975-4AAA-9CFC-1BCBBCFB32D5}" type="presParOf" srcId="{6FEF0589-EC9A-4A5A-9F9B-C4EDE5A74102}" destId="{33A5121E-7460-47D9-B389-74A0CE443938}" srcOrd="0" destOrd="0" presId="urn:microsoft.com/office/officeart/2018/2/layout/IconLabelList"/>
    <dgm:cxn modelId="{66C4EBD5-3DC2-4204-B641-093887E4F363}" type="presParOf" srcId="{6FEF0589-EC9A-4A5A-9F9B-C4EDE5A74102}" destId="{EA0E501E-2C8F-40E9-8431-F5918DA615B2}" srcOrd="1" destOrd="0" presId="urn:microsoft.com/office/officeart/2018/2/layout/IconLabelList"/>
    <dgm:cxn modelId="{2B33AFCA-0E8C-445E-888E-740A9FEDE58E}" type="presParOf" srcId="{6FEF0589-EC9A-4A5A-9F9B-C4EDE5A74102}" destId="{90220984-A0D0-4151-8012-C4E1D88BB4AB}" srcOrd="2" destOrd="0" presId="urn:microsoft.com/office/officeart/2018/2/layout/IconLabelList"/>
    <dgm:cxn modelId="{A642E2BD-2922-4E38-8728-B94ED8DE4BF2}" type="presParOf" srcId="{912DD8D4-D123-4FA7-9A7D-A324DC48D433}" destId="{6577D480-B258-4A84-83E4-E8686A6D3556}" srcOrd="3" destOrd="0" presId="urn:microsoft.com/office/officeart/2018/2/layout/IconLabelList"/>
    <dgm:cxn modelId="{85A414FB-A7E9-4899-9AE9-D519CF1AE7AB}" type="presParOf" srcId="{912DD8D4-D123-4FA7-9A7D-A324DC48D433}" destId="{ADC83B77-F586-4496-947B-745AB1AA2B82}" srcOrd="4" destOrd="0" presId="urn:microsoft.com/office/officeart/2018/2/layout/IconLabelList"/>
    <dgm:cxn modelId="{F6C9E122-F846-4C74-B1D5-2BD33DFDDA33}" type="presParOf" srcId="{ADC83B77-F586-4496-947B-745AB1AA2B82}" destId="{DC58AC38-BB75-4D75-B419-49F74FFD6FDC}" srcOrd="0" destOrd="0" presId="urn:microsoft.com/office/officeart/2018/2/layout/IconLabelList"/>
    <dgm:cxn modelId="{C7DB1C4C-8177-4025-A5D0-BF08BF7B487F}" type="presParOf" srcId="{ADC83B77-F586-4496-947B-745AB1AA2B82}" destId="{B73B6417-F020-4ADC-826D-55B40C43F3D5}" srcOrd="1" destOrd="0" presId="urn:microsoft.com/office/officeart/2018/2/layout/IconLabelList"/>
    <dgm:cxn modelId="{C73114E8-FEAB-4B8D-AC6E-EAE581610AA3}" type="presParOf" srcId="{ADC83B77-F586-4496-947B-745AB1AA2B82}" destId="{2199E86A-71CC-4776-95C2-EAAB0EA7E82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56581-D3A0-461C-A233-032562479D1C}">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C1147C-EAB0-41CD-AC58-8FE534E9A5E8}">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07F0DF-5692-454A-AFE3-8D4DD65B16BD}">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Simple Aviation Fuel Consumption logger.</a:t>
          </a:r>
        </a:p>
      </dsp:txBody>
      <dsp:txXfrm>
        <a:off x="1339618" y="2288"/>
        <a:ext cx="5024605" cy="1159843"/>
      </dsp:txXfrm>
    </dsp:sp>
    <dsp:sp modelId="{577E902D-EB9F-4ED2-86DB-8157F27F3DB5}">
      <dsp:nvSpPr>
        <dsp:cNvPr id="0" name=""/>
        <dsp:cNvSpPr/>
      </dsp:nvSpPr>
      <dsp:spPr>
        <a:xfrm>
          <a:off x="0" y="1452092"/>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4FE7D0-7967-4948-A04B-7B1DB4047294}">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83813B-ECDE-4347-B2FC-AAEBC4FF200D}">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Multiple Clients sending time and fuel information</a:t>
          </a:r>
        </a:p>
      </dsp:txBody>
      <dsp:txXfrm>
        <a:off x="1339618" y="1452092"/>
        <a:ext cx="5024605" cy="1159843"/>
      </dsp:txXfrm>
    </dsp:sp>
    <dsp:sp modelId="{1C728BAF-EB91-4EFE-80A1-FEA1CA285CF9}">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0A3411-1EFE-4D87-B24D-5997F8FAB865}">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B2D2F1-2AD9-4AC1-A3D5-68E550D8E7C5}">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Server Calculates Fuel efficiency</a:t>
          </a:r>
        </a:p>
      </dsp:txBody>
      <dsp:txXfrm>
        <a:off x="1339618" y="2901896"/>
        <a:ext cx="5024605" cy="1159843"/>
      </dsp:txXfrm>
    </dsp:sp>
    <dsp:sp modelId="{033A6D3B-AFE1-4016-A2FD-3D1914D48963}">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FFA7E1-5AD6-4B5A-89CF-387ECD16CEFB}">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20EB8F-E493-4A3C-A72B-E1DDDD09C711}">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Average Fuel Efficiency is logged server side.</a:t>
          </a:r>
        </a:p>
      </dsp:txBody>
      <dsp:txXfrm>
        <a:off x="1339618" y="4351700"/>
        <a:ext cx="5024605" cy="11598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26922-6521-4D43-B69F-BE1AF571643E}">
      <dsp:nvSpPr>
        <dsp:cNvPr id="0" name=""/>
        <dsp:cNvSpPr/>
      </dsp:nvSpPr>
      <dsp:spPr>
        <a:xfrm>
          <a:off x="0" y="190836"/>
          <a:ext cx="6364224" cy="117935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11</a:t>
          </a:r>
        </a:p>
      </dsp:txBody>
      <dsp:txXfrm>
        <a:off x="57572" y="248408"/>
        <a:ext cx="6249080" cy="1064215"/>
      </dsp:txXfrm>
    </dsp:sp>
    <dsp:sp modelId="{0AE1D543-A92F-44E3-8E64-0C17B810C219}">
      <dsp:nvSpPr>
        <dsp:cNvPr id="0" name=""/>
        <dsp:cNvSpPr/>
      </dsp:nvSpPr>
      <dsp:spPr>
        <a:xfrm>
          <a:off x="0" y="1508436"/>
          <a:ext cx="6364224" cy="1179359"/>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dirty="0"/>
            <a:t>Visual Enterprise 2022</a:t>
          </a:r>
        </a:p>
      </dsp:txBody>
      <dsp:txXfrm>
        <a:off x="57572" y="1566008"/>
        <a:ext cx="6249080" cy="1064215"/>
      </dsp:txXfrm>
    </dsp:sp>
    <dsp:sp modelId="{541E6534-50D7-462A-9B29-79B6F41000AF}">
      <dsp:nvSpPr>
        <dsp:cNvPr id="0" name=""/>
        <dsp:cNvSpPr/>
      </dsp:nvSpPr>
      <dsp:spPr>
        <a:xfrm>
          <a:off x="0" y="2826036"/>
          <a:ext cx="6364224" cy="1179359"/>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Console</a:t>
          </a:r>
        </a:p>
      </dsp:txBody>
      <dsp:txXfrm>
        <a:off x="57572" y="2883608"/>
        <a:ext cx="6249080" cy="1064215"/>
      </dsp:txXfrm>
    </dsp:sp>
    <dsp:sp modelId="{37EB00E5-E41F-42E0-A2CB-65BC44D9F59F}">
      <dsp:nvSpPr>
        <dsp:cNvPr id="0" name=""/>
        <dsp:cNvSpPr/>
      </dsp:nvSpPr>
      <dsp:spPr>
        <a:xfrm>
          <a:off x="0" y="4143636"/>
          <a:ext cx="6364224" cy="1179359"/>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Batch Files</a:t>
          </a:r>
        </a:p>
      </dsp:txBody>
      <dsp:txXfrm>
        <a:off x="57572" y="4201208"/>
        <a:ext cx="6249080" cy="10642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EF05E-3815-4321-877B-C7D2483D49CE}">
      <dsp:nvSpPr>
        <dsp:cNvPr id="0" name=""/>
        <dsp:cNvSpPr/>
      </dsp:nvSpPr>
      <dsp:spPr>
        <a:xfrm>
          <a:off x="0" y="194526"/>
          <a:ext cx="6900512" cy="1636976"/>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dirty="0"/>
            <a:t>4 Test</a:t>
          </a:r>
        </a:p>
      </dsp:txBody>
      <dsp:txXfrm>
        <a:off x="79911" y="274437"/>
        <a:ext cx="6740690" cy="1477154"/>
      </dsp:txXfrm>
    </dsp:sp>
    <dsp:sp modelId="{4BEF854F-CCE6-4CDB-8DA8-EAA77B593209}">
      <dsp:nvSpPr>
        <dsp:cNvPr id="0" name=""/>
        <dsp:cNvSpPr/>
      </dsp:nvSpPr>
      <dsp:spPr>
        <a:xfrm>
          <a:off x="0" y="1949582"/>
          <a:ext cx="6900512" cy="1636976"/>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.txt documents containing dateTime and remaining fuel</a:t>
          </a:r>
        </a:p>
      </dsp:txBody>
      <dsp:txXfrm>
        <a:off x="79911" y="2029493"/>
        <a:ext cx="6740690" cy="1477154"/>
      </dsp:txXfrm>
    </dsp:sp>
    <dsp:sp modelId="{26E356D1-6EFD-484E-BA38-257F28FA2BDB}">
      <dsp:nvSpPr>
        <dsp:cNvPr id="0" name=""/>
        <dsp:cNvSpPr/>
      </dsp:nvSpPr>
      <dsp:spPr>
        <a:xfrm>
          <a:off x="0" y="3704638"/>
          <a:ext cx="6900512" cy="1636976"/>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Clients pick random file after connecting to server</a:t>
          </a:r>
        </a:p>
      </dsp:txBody>
      <dsp:txXfrm>
        <a:off x="79911" y="3784549"/>
        <a:ext cx="6740690" cy="14771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74E534-45A9-4E26-9045-909FE94E8BE2}">
      <dsp:nvSpPr>
        <dsp:cNvPr id="0" name=""/>
        <dsp:cNvSpPr/>
      </dsp:nvSpPr>
      <dsp:spPr>
        <a:xfrm>
          <a:off x="1212569" y="987197"/>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62CAFF-CF35-4FEE-B0A1-C22BFA085528}">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Load Testing: 75-300 Clients</a:t>
          </a:r>
        </a:p>
      </dsp:txBody>
      <dsp:txXfrm>
        <a:off x="417971" y="2644140"/>
        <a:ext cx="2889450" cy="720000"/>
      </dsp:txXfrm>
    </dsp:sp>
    <dsp:sp modelId="{33A5121E-7460-47D9-B389-74A0CE443938}">
      <dsp:nvSpPr>
        <dsp:cNvPr id="0" name=""/>
        <dsp:cNvSpPr/>
      </dsp:nvSpPr>
      <dsp:spPr>
        <a:xfrm>
          <a:off x="4607673" y="98719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220984-A0D0-4151-8012-C4E1D88BB4AB}">
      <dsp:nvSpPr>
        <dsp:cNvPr id="0" name=""/>
        <dsp:cNvSpPr/>
      </dsp:nvSpPr>
      <dsp:spPr>
        <a:xfrm>
          <a:off x="3813075"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Endurance Testing: 100 Clients every 250s</a:t>
          </a:r>
        </a:p>
      </dsp:txBody>
      <dsp:txXfrm>
        <a:off x="3813075" y="2644140"/>
        <a:ext cx="2889450" cy="720000"/>
      </dsp:txXfrm>
    </dsp:sp>
    <dsp:sp modelId="{DC58AC38-BB75-4D75-B419-49F74FFD6FDC}">
      <dsp:nvSpPr>
        <dsp:cNvPr id="0" name=""/>
        <dsp:cNvSpPr/>
      </dsp:nvSpPr>
      <dsp:spPr>
        <a:xfrm>
          <a:off x="8002777" y="987197"/>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99E86A-71CC-4776-95C2-EAAB0EA7E823}">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Crash Testing: 200 Clients</a:t>
          </a:r>
        </a:p>
      </dsp:txBody>
      <dsp:txXfrm>
        <a:off x="7208178" y="2644140"/>
        <a:ext cx="28894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E5D42A-EF2F-43A3-911C-830A636B72B7}" type="datetimeFigureOut">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649415-41E3-47AD-8B44-3F64F6249D5B}" type="slidenum">
              <a:t>‹#›</a:t>
            </a:fld>
            <a:endParaRPr lang="en-US"/>
          </a:p>
        </p:txBody>
      </p:sp>
    </p:spTree>
    <p:extLst>
      <p:ext uri="{BB962C8B-B14F-4D97-AF65-F5344CB8AC3E}">
        <p14:creationId xmlns:p14="http://schemas.microsoft.com/office/powerpoint/2010/main" val="228876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Load Test 2, we pushed the server by running 300 clients all at once. This was way more than before. Thanks to the thread pool, the CPU stayed super steady, so no crazy spikes or crashes. and The server handled the pressure well. Most of the CPU work came from basic stuff like sending and receiving data and writing to the log file, which is exactly what we wanted. Overall, this test showed the new setup was solid and ready for heavier loads.</a:t>
            </a:r>
          </a:p>
        </p:txBody>
      </p:sp>
      <p:sp>
        <p:nvSpPr>
          <p:cNvPr id="4" name="Slide Number Placeholder 3"/>
          <p:cNvSpPr>
            <a:spLocks noGrp="1"/>
          </p:cNvSpPr>
          <p:nvPr>
            <p:ph type="sldNum" sz="quarter" idx="5"/>
          </p:nvPr>
        </p:nvSpPr>
        <p:spPr/>
        <p:txBody>
          <a:bodyPr/>
          <a:lstStyle/>
          <a:p>
            <a:fld id="{5A649415-41E3-47AD-8B44-3F64F6249D5B}" type="slidenum">
              <a:t>13</a:t>
            </a:fld>
            <a:endParaRPr lang="en-US"/>
          </a:p>
        </p:txBody>
      </p:sp>
    </p:spTree>
    <p:extLst>
      <p:ext uri="{BB962C8B-B14F-4D97-AF65-F5344CB8AC3E}">
        <p14:creationId xmlns:p14="http://schemas.microsoft.com/office/powerpoint/2010/main" val="2452694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C827C-7F1A-BF18-44FB-A71F6EB7F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075D1-5041-1135-DD2F-949C1F7A7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37131C-F451-B33E-D408-40D194AC7DBD}"/>
              </a:ext>
            </a:extLst>
          </p:cNvPr>
          <p:cNvSpPr>
            <a:spLocks noGrp="1"/>
          </p:cNvSpPr>
          <p:nvPr>
            <p:ph type="body" idx="1"/>
          </p:nvPr>
        </p:nvSpPr>
        <p:spPr/>
        <p:txBody>
          <a:bodyPr/>
          <a:lstStyle/>
          <a:p>
            <a:r>
              <a:rPr lang="en-US"/>
              <a:t>For endurance testing, we ran everything for over an hour straight to check long-term performance. The memory usage slowly went up as expected, then stayed stable around 3MB. We didn’t see any leaks or spikes, which means the server was cleaning up properly and not holding onto anything it didn’t need. This shows the server can run for a long time without eating up memory or crashing.</a:t>
            </a:r>
          </a:p>
        </p:txBody>
      </p:sp>
      <p:sp>
        <p:nvSpPr>
          <p:cNvPr id="4" name="Slide Number Placeholder 3">
            <a:extLst>
              <a:ext uri="{FF2B5EF4-FFF2-40B4-BE49-F238E27FC236}">
                <a16:creationId xmlns:a16="http://schemas.microsoft.com/office/drawing/2014/main" id="{213B05B5-DF3C-5A9D-9EC5-80812817E915}"/>
              </a:ext>
            </a:extLst>
          </p:cNvPr>
          <p:cNvSpPr>
            <a:spLocks noGrp="1"/>
          </p:cNvSpPr>
          <p:nvPr>
            <p:ph type="sldNum" sz="quarter" idx="5"/>
          </p:nvPr>
        </p:nvSpPr>
        <p:spPr/>
        <p:txBody>
          <a:bodyPr/>
          <a:lstStyle/>
          <a:p>
            <a:fld id="{5A649415-41E3-47AD-8B44-3F64F6249D5B}" type="slidenum">
              <a:t>15</a:t>
            </a:fld>
            <a:endParaRPr lang="en-US"/>
          </a:p>
        </p:txBody>
      </p:sp>
    </p:spTree>
    <p:extLst>
      <p:ext uri="{BB962C8B-B14F-4D97-AF65-F5344CB8AC3E}">
        <p14:creationId xmlns:p14="http://schemas.microsoft.com/office/powerpoint/2010/main" val="1337682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32A33-2102-7674-3654-6AA0B8768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B42D6-2371-F4CE-7BAE-F3B1E24F5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ACD4F-ADE3-7005-2C44-59A4005314C7}"/>
              </a:ext>
            </a:extLst>
          </p:cNvPr>
          <p:cNvSpPr>
            <a:spLocks noGrp="1"/>
          </p:cNvSpPr>
          <p:nvPr>
            <p:ph type="body" idx="1"/>
          </p:nvPr>
        </p:nvSpPr>
        <p:spPr/>
        <p:txBody>
          <a:bodyPr/>
          <a:lstStyle/>
          <a:p>
            <a:r>
              <a:rPr lang="en-US"/>
              <a:t>While the test was running, we kept an eye on the CPU too. It stayed really low, usually under 15%, which is great considering the server was constantly talking to all the clients. The thread pool helped spread the work out nicely. and Most of the CPU time went into networking and logging, which is exactly what the server should be doing.</a:t>
            </a:r>
          </a:p>
        </p:txBody>
      </p:sp>
      <p:sp>
        <p:nvSpPr>
          <p:cNvPr id="4" name="Slide Number Placeholder 3">
            <a:extLst>
              <a:ext uri="{FF2B5EF4-FFF2-40B4-BE49-F238E27FC236}">
                <a16:creationId xmlns:a16="http://schemas.microsoft.com/office/drawing/2014/main" id="{AED885A7-F8B3-75A2-F484-1744CAD1AE2E}"/>
              </a:ext>
            </a:extLst>
          </p:cNvPr>
          <p:cNvSpPr>
            <a:spLocks noGrp="1"/>
          </p:cNvSpPr>
          <p:nvPr>
            <p:ph type="sldNum" sz="quarter" idx="5"/>
          </p:nvPr>
        </p:nvSpPr>
        <p:spPr/>
        <p:txBody>
          <a:bodyPr/>
          <a:lstStyle/>
          <a:p>
            <a:fld id="{5A649415-41E3-47AD-8B44-3F64F6249D5B}" type="slidenum">
              <a:t>16</a:t>
            </a:fld>
            <a:endParaRPr lang="en-US"/>
          </a:p>
        </p:txBody>
      </p:sp>
    </p:spTree>
    <p:extLst>
      <p:ext uri="{BB962C8B-B14F-4D97-AF65-F5344CB8AC3E}">
        <p14:creationId xmlns:p14="http://schemas.microsoft.com/office/powerpoint/2010/main" val="3326950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88233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3953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03299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16340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28636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07156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64742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2412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56732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3077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25533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764DE79-268F-4C1A-8933-263129D2AF90}" type="datetimeFigureOut">
              <a:rPr lang="en-US" dirty="0"/>
              <a:t>11/27/2025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11430031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 Server Project</a:t>
            </a:r>
          </a:p>
        </p:txBody>
      </p:sp>
      <p:sp>
        <p:nvSpPr>
          <p:cNvPr id="3" name="Subtitle 2"/>
          <p:cNvSpPr>
            <a:spLocks noGrp="1"/>
          </p:cNvSpPr>
          <p:nvPr>
            <p:ph type="subTitle" idx="1"/>
          </p:nvPr>
        </p:nvSpPr>
        <p:spPr>
          <a:xfrm>
            <a:off x="1524000" y="4249019"/>
            <a:ext cx="9144000" cy="1655762"/>
          </a:xfrm>
        </p:spPr>
        <p:txBody>
          <a:bodyPr vert="horz" lIns="91440" tIns="45720" rIns="91440" bIns="45720" rtlCol="0" anchor="t">
            <a:normAutofit lnSpcReduction="10000"/>
          </a:bodyPr>
          <a:lstStyle/>
          <a:p>
            <a:r>
              <a:rPr lang="en-US"/>
              <a:t>Muhammad Asim, Nick </a:t>
            </a:r>
            <a:r>
              <a:rPr lang="en-US" err="1"/>
              <a:t>Packull</a:t>
            </a:r>
            <a:r>
              <a:rPr lang="en-US"/>
              <a:t>-Mccormick, Ali Mardini, Umang Mohini, Aleks </a:t>
            </a:r>
            <a:r>
              <a:rPr lang="en-US" err="1"/>
              <a:t>Grujicic</a:t>
            </a:r>
          </a:p>
          <a:p>
            <a:endParaRPr lang="en-US"/>
          </a:p>
          <a:p>
            <a:r>
              <a:rPr lang="en-US"/>
              <a:t>CSCN73060</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733FF4-2D8A-5129-D2C2-295FA063060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5A9CD8-0076-614D-5013-27A5C204C23B}"/>
              </a:ext>
            </a:extLst>
          </p:cNvPr>
          <p:cNvSpPr>
            <a:spLocks noGrp="1"/>
          </p:cNvSpPr>
          <p:nvPr>
            <p:ph type="title"/>
          </p:nvPr>
        </p:nvSpPr>
        <p:spPr>
          <a:xfrm>
            <a:off x="621792" y="1161288"/>
            <a:ext cx="3602736" cy="4526280"/>
          </a:xfrm>
        </p:spPr>
        <p:txBody>
          <a:bodyPr>
            <a:normAutofit/>
          </a:bodyPr>
          <a:lstStyle/>
          <a:p>
            <a:r>
              <a:rPr lang="en-US" sz="4000" dirty="0"/>
              <a:t>Project Design</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C43F7758-5D1E-779B-5CF3-0A3CD0164A3B}"/>
              </a:ext>
            </a:extLst>
          </p:cNvPr>
          <p:cNvGraphicFramePr>
            <a:graphicFrameLocks noGrp="1"/>
          </p:cNvGraphicFramePr>
          <p:nvPr>
            <p:ph idx="1"/>
            <p:extLst>
              <p:ext uri="{D42A27DB-BD31-4B8C-83A1-F6EECF244321}">
                <p14:modId xmlns:p14="http://schemas.microsoft.com/office/powerpoint/2010/main" val="21812363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321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6BCBDC7-C840-CEA2-2871-967D963F029F}"/>
              </a:ext>
            </a:extLst>
          </p:cNvPr>
          <p:cNvSpPr>
            <a:spLocks noGrp="1"/>
          </p:cNvSpPr>
          <p:nvPr>
            <p:ph type="title"/>
          </p:nvPr>
        </p:nvSpPr>
        <p:spPr>
          <a:xfrm>
            <a:off x="621792" y="1161288"/>
            <a:ext cx="3602736" cy="4526280"/>
          </a:xfrm>
        </p:spPr>
        <p:txBody>
          <a:bodyPr>
            <a:normAutofit/>
          </a:bodyPr>
          <a:lstStyle/>
          <a:p>
            <a:r>
              <a:rPr lang="en-US" sz="4000"/>
              <a:t>Testing System</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49ED64C-A1D6-7587-8808-3047E8A4F5DB}"/>
              </a:ext>
            </a:extLst>
          </p:cNvPr>
          <p:cNvGraphicFramePr>
            <a:graphicFrameLocks noGrp="1"/>
          </p:cNvGraphicFramePr>
          <p:nvPr>
            <p:ph idx="1"/>
            <p:extLst>
              <p:ext uri="{D42A27DB-BD31-4B8C-83A1-F6EECF244321}">
                <p14:modId xmlns:p14="http://schemas.microsoft.com/office/powerpoint/2010/main" val="66571107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3933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7BE7C5-304D-A31B-D3E9-B487301527EA}"/>
              </a:ext>
            </a:extLst>
          </p:cNvPr>
          <p:cNvSpPr>
            <a:spLocks noGrp="1"/>
          </p:cNvSpPr>
          <p:nvPr>
            <p:ph type="title"/>
          </p:nvPr>
        </p:nvSpPr>
        <p:spPr>
          <a:xfrm>
            <a:off x="635000" y="640823"/>
            <a:ext cx="3418659" cy="5583148"/>
          </a:xfrm>
        </p:spPr>
        <p:txBody>
          <a:bodyPr anchor="ctr">
            <a:normAutofit/>
          </a:bodyPr>
          <a:lstStyle/>
          <a:p>
            <a:r>
              <a:rPr lang="en-US" sz="5400"/>
              <a:t>Test Files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155D2BA-E0EF-D468-187C-DBC251C5A456}"/>
              </a:ext>
            </a:extLst>
          </p:cNvPr>
          <p:cNvGraphicFramePr>
            <a:graphicFrameLocks noGrp="1"/>
          </p:cNvGraphicFramePr>
          <p:nvPr>
            <p:ph idx="1"/>
            <p:extLst>
              <p:ext uri="{D42A27DB-BD31-4B8C-83A1-F6EECF244321}">
                <p14:modId xmlns:p14="http://schemas.microsoft.com/office/powerpoint/2010/main" val="160633706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3228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2BB5-389E-43B1-9C12-1A362744DB3D}"/>
              </a:ext>
            </a:extLst>
          </p:cNvPr>
          <p:cNvSpPr>
            <a:spLocks noGrp="1"/>
          </p:cNvSpPr>
          <p:nvPr>
            <p:ph type="title"/>
          </p:nvPr>
        </p:nvSpPr>
        <p:spPr/>
        <p:txBody>
          <a:bodyPr/>
          <a:lstStyle/>
          <a:p>
            <a:r>
              <a:rPr lang="en-US" dirty="0"/>
              <a:t>Clients per Test</a:t>
            </a:r>
          </a:p>
        </p:txBody>
      </p:sp>
      <p:graphicFrame>
        <p:nvGraphicFramePr>
          <p:cNvPr id="5" name="Content Placeholder 2">
            <a:extLst>
              <a:ext uri="{FF2B5EF4-FFF2-40B4-BE49-F238E27FC236}">
                <a16:creationId xmlns:a16="http://schemas.microsoft.com/office/drawing/2014/main" id="{A7813EDF-1284-A09B-D77D-973BD052E54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3320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Lifting crane">
            <a:extLst>
              <a:ext uri="{FF2B5EF4-FFF2-40B4-BE49-F238E27FC236}">
                <a16:creationId xmlns:a16="http://schemas.microsoft.com/office/drawing/2014/main" id="{B212A89F-5475-8FD4-5B83-606012678292}"/>
              </a:ext>
            </a:extLst>
          </p:cNvPr>
          <p:cNvPicPr>
            <a:picLocks noChangeAspect="1"/>
          </p:cNvPicPr>
          <p:nvPr/>
        </p:nvPicPr>
        <p:blipFill>
          <a:blip r:embed="rId2"/>
          <a:srcRect t="15243" r="-2" b="-2"/>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96BCEA-C65E-8BAC-15B2-F85FA4BF2E79}"/>
              </a:ext>
            </a:extLst>
          </p:cNvPr>
          <p:cNvSpPr>
            <a:spLocks noGrp="1"/>
          </p:cNvSpPr>
          <p:nvPr>
            <p:ph type="title"/>
          </p:nvPr>
        </p:nvSpPr>
        <p:spPr>
          <a:xfrm>
            <a:off x="859028" y="2155188"/>
            <a:ext cx="4160233" cy="2839273"/>
          </a:xfrm>
        </p:spPr>
        <p:txBody>
          <a:bodyPr vert="horz" lIns="91440" tIns="45720" rIns="91440" bIns="45720" rtlCol="0" anchor="b">
            <a:normAutofit/>
          </a:bodyPr>
          <a:lstStyle/>
          <a:p>
            <a:r>
              <a:rPr lang="en-US" sz="4000" dirty="0">
                <a:solidFill>
                  <a:srgbClr val="FFFFFF"/>
                </a:solidFill>
                <a:highlight>
                  <a:srgbClr val="FFFF00"/>
                </a:highlight>
              </a:rPr>
              <a:t>Lo</a:t>
            </a:r>
            <a:r>
              <a:rPr lang="en-US" sz="4000" dirty="0">
                <a:solidFill>
                  <a:srgbClr val="FFFFFF"/>
                </a:solidFill>
              </a:rPr>
              <a:t>ad Test Demonstration</a:t>
            </a:r>
          </a:p>
        </p:txBody>
      </p:sp>
      <p:sp>
        <p:nvSpPr>
          <p:cNvPr id="3" name="Text Placeholder 2">
            <a:extLst>
              <a:ext uri="{FF2B5EF4-FFF2-40B4-BE49-F238E27FC236}">
                <a16:creationId xmlns:a16="http://schemas.microsoft.com/office/drawing/2014/main" id="{E9D20723-CA2D-41E9-F1AA-D55055D4FC80}"/>
              </a:ext>
            </a:extLst>
          </p:cNvPr>
          <p:cNvSpPr>
            <a:spLocks noGrp="1"/>
          </p:cNvSpPr>
          <p:nvPr>
            <p:ph type="body" idx="1"/>
          </p:nvPr>
        </p:nvSpPr>
        <p:spPr>
          <a:xfrm>
            <a:off x="859028" y="5166367"/>
            <a:ext cx="4160233" cy="850998"/>
          </a:xfrm>
        </p:spPr>
        <p:txBody>
          <a:bodyPr vert="horz" lIns="91440" tIns="45720" rIns="91440" bIns="45720" rtlCol="0">
            <a:normAutofit/>
          </a:bodyPr>
          <a:lstStyle/>
          <a:p>
            <a:endParaRPr lang="en-US" sz="2000">
              <a:solidFill>
                <a:srgbClr val="FFFFFF"/>
              </a:solidFill>
            </a:endParaRPr>
          </a:p>
        </p:txBody>
      </p:sp>
    </p:spTree>
    <p:extLst>
      <p:ext uri="{BB962C8B-B14F-4D97-AF65-F5344CB8AC3E}">
        <p14:creationId xmlns:p14="http://schemas.microsoft.com/office/powerpoint/2010/main" val="2855857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CA0C25-48BC-F0F5-B525-236AD1F24B7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1080D0E-7D0D-4F3F-E798-1405CC4A26EE}"/>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Performance Testing Results</a:t>
            </a:r>
          </a:p>
        </p:txBody>
      </p:sp>
      <p:sp>
        <p:nvSpPr>
          <p:cNvPr id="3" name="Text Placeholder 2">
            <a:extLst>
              <a:ext uri="{FF2B5EF4-FFF2-40B4-BE49-F238E27FC236}">
                <a16:creationId xmlns:a16="http://schemas.microsoft.com/office/drawing/2014/main" id="{8DB2F027-D91F-2A07-EE21-2FC2ACA440C1}"/>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59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CB959C-E9A3-1325-5F7E-0B92276E0C29}"/>
              </a:ext>
            </a:extLst>
          </p:cNvPr>
          <p:cNvSpPr>
            <a:spLocks noGrp="1"/>
          </p:cNvSpPr>
          <p:nvPr>
            <p:ph type="title"/>
          </p:nvPr>
        </p:nvSpPr>
        <p:spPr>
          <a:xfrm>
            <a:off x="838200" y="5358141"/>
            <a:ext cx="10515600" cy="942664"/>
          </a:xfrm>
        </p:spPr>
        <p:txBody>
          <a:bodyPr vert="horz" lIns="91440" tIns="45720" rIns="91440" bIns="45720" rtlCol="0" anchor="ctr">
            <a:normAutofit/>
          </a:bodyPr>
          <a:lstStyle/>
          <a:p>
            <a:pPr algn="ctr"/>
            <a:r>
              <a:rPr lang="en-US" sz="5200" kern="1200">
                <a:solidFill>
                  <a:schemeClr val="tx1"/>
                </a:solidFill>
                <a:latin typeface="+mj-lt"/>
                <a:ea typeface="+mj-ea"/>
                <a:cs typeface="+mj-cs"/>
              </a:rPr>
              <a:t>First Load Test</a:t>
            </a:r>
          </a:p>
        </p:txBody>
      </p:sp>
      <p:sp>
        <p:nvSpPr>
          <p:cNvPr id="7" name="Content Placeholder 6">
            <a:extLst>
              <a:ext uri="{FF2B5EF4-FFF2-40B4-BE49-F238E27FC236}">
                <a16:creationId xmlns:a16="http://schemas.microsoft.com/office/drawing/2014/main" id="{5E03A302-A8E2-C492-FBF8-3A7DE5709241}"/>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4004044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4CAE43-82E3-3649-4C89-2F243FB7C6DF}"/>
              </a:ext>
            </a:extLst>
          </p:cNvPr>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kern="1200">
                <a:solidFill>
                  <a:schemeClr val="tx1">
                    <a:lumMod val="85000"/>
                    <a:lumOff val="15000"/>
                  </a:schemeClr>
                </a:solidFill>
                <a:latin typeface="+mj-lt"/>
                <a:ea typeface="+mj-ea"/>
                <a:cs typeface="+mj-cs"/>
              </a:rPr>
              <a:t>First Load Test Contd</a:t>
            </a:r>
          </a:p>
        </p:txBody>
      </p:sp>
      <p:pic>
        <p:nvPicPr>
          <p:cNvPr id="4" name="Content Placeholder 3" descr="A screenshot of a computer program&#10;&#10;AI-generated content may be incorrect.">
            <a:extLst>
              <a:ext uri="{FF2B5EF4-FFF2-40B4-BE49-F238E27FC236}">
                <a16:creationId xmlns:a16="http://schemas.microsoft.com/office/drawing/2014/main" id="{E757E46A-1339-9E12-B0DD-859572CF9953}"/>
              </a:ext>
            </a:extLst>
          </p:cNvPr>
          <p:cNvPicPr>
            <a:picLocks noGrp="1" noChangeAspect="1"/>
          </p:cNvPicPr>
          <p:nvPr>
            <p:ph idx="1"/>
          </p:nvPr>
        </p:nvPicPr>
        <p:blipFill>
          <a:blip r:embed="rId2"/>
          <a:stretch>
            <a:fillRect/>
          </a:stretch>
        </p:blipFill>
        <p:spPr>
          <a:xfrm>
            <a:off x="1385698" y="450599"/>
            <a:ext cx="6526249" cy="3556806"/>
          </a:xfrm>
          <a:prstGeom prst="rect">
            <a:avLst/>
          </a:prstGeom>
        </p:spPr>
      </p:pic>
    </p:spTree>
    <p:extLst>
      <p:ext uri="{BB962C8B-B14F-4D97-AF65-F5344CB8AC3E}">
        <p14:creationId xmlns:p14="http://schemas.microsoft.com/office/powerpoint/2010/main" val="287033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B820-7CBD-B42A-8211-A89A2E0ABB1E}"/>
              </a:ext>
            </a:extLst>
          </p:cNvPr>
          <p:cNvSpPr>
            <a:spLocks noGrp="1"/>
          </p:cNvSpPr>
          <p:nvPr>
            <p:ph type="title"/>
          </p:nvPr>
        </p:nvSpPr>
        <p:spPr/>
        <p:txBody>
          <a:bodyPr/>
          <a:lstStyle/>
          <a:p>
            <a:r>
              <a:rPr lang="en-US"/>
              <a:t>Performance Enhancements I</a:t>
            </a:r>
          </a:p>
        </p:txBody>
      </p:sp>
      <p:sp>
        <p:nvSpPr>
          <p:cNvPr id="3" name="Content Placeholder 2">
            <a:extLst>
              <a:ext uri="{FF2B5EF4-FFF2-40B4-BE49-F238E27FC236}">
                <a16:creationId xmlns:a16="http://schemas.microsoft.com/office/drawing/2014/main" id="{1821FD84-D230-90CC-5C70-B59202CF0E59}"/>
              </a:ext>
            </a:extLst>
          </p:cNvPr>
          <p:cNvSpPr>
            <a:spLocks noGrp="1"/>
          </p:cNvSpPr>
          <p:nvPr>
            <p:ph idx="1"/>
          </p:nvPr>
        </p:nvSpPr>
        <p:spPr/>
        <p:txBody>
          <a:bodyPr vert="horz" lIns="91440" tIns="45720" rIns="91440" bIns="45720" rtlCol="0" anchor="t">
            <a:normAutofit/>
          </a:bodyPr>
          <a:lstStyle/>
          <a:p>
            <a:r>
              <a:rPr lang="en-US" dirty="0">
                <a:solidFill>
                  <a:schemeClr val="accent6"/>
                </a:solidFill>
              </a:rPr>
              <a:t>Server struggled to keep client connections</a:t>
            </a:r>
          </a:p>
          <a:p>
            <a:r>
              <a:rPr lang="en-US" dirty="0">
                <a:solidFill>
                  <a:schemeClr val="accent5"/>
                </a:solidFill>
              </a:rPr>
              <a:t>Server was creating new thread for each client, relying on OS to schedule </a:t>
            </a:r>
            <a:r>
              <a:rPr lang="en-US" u="sng" dirty="0">
                <a:solidFill>
                  <a:schemeClr val="accent5"/>
                </a:solidFill>
              </a:rPr>
              <a:t>threads</a:t>
            </a:r>
          </a:p>
          <a:p>
            <a:pPr lvl="8">
              <a:buFont typeface="Wingdings,Sans-Serif" panose="020B0604020202020204" pitchFamily="34" charset="0"/>
              <a:buChar char="§"/>
            </a:pPr>
            <a:endParaRPr lang="en-US" sz="2400" dirty="0"/>
          </a:p>
          <a:p>
            <a:pPr lvl="8">
              <a:buFont typeface="Wingdings,Sans-Serif" panose="020B0604020202020204" pitchFamily="34" charset="0"/>
              <a:buChar char="§"/>
            </a:pPr>
            <a:endParaRPr lang="en-US" sz="2400" dirty="0"/>
          </a:p>
          <a:p>
            <a:pPr lvl="8">
              <a:buFont typeface="Wingdings,Sans-Serif" panose="020B0604020202020204" pitchFamily="34" charset="0"/>
              <a:buChar char="§"/>
            </a:pPr>
            <a:r>
              <a:rPr lang="en-US" sz="2400" dirty="0">
                <a:highlight>
                  <a:srgbClr val="FFFF00"/>
                </a:highlight>
              </a:rPr>
              <a:t>Result: Threads hanging and timing out</a:t>
            </a:r>
            <a:endParaRPr lang="en-US" dirty="0">
              <a:highlight>
                <a:srgbClr val="FFFF00"/>
              </a:highlight>
            </a:endParaRPr>
          </a:p>
          <a:p>
            <a:endParaRPr lang="en-US" dirty="0"/>
          </a:p>
        </p:txBody>
      </p:sp>
    </p:spTree>
    <p:extLst>
      <p:ext uri="{BB962C8B-B14F-4D97-AF65-F5344CB8AC3E}">
        <p14:creationId xmlns:p14="http://schemas.microsoft.com/office/powerpoint/2010/main" val="1743783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4E99F-EA8F-897E-F229-876B41E7D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E15C1-DB99-F35A-3859-FA09AC7AAB82}"/>
              </a:ext>
            </a:extLst>
          </p:cNvPr>
          <p:cNvSpPr>
            <a:spLocks noGrp="1"/>
          </p:cNvSpPr>
          <p:nvPr>
            <p:ph type="title"/>
          </p:nvPr>
        </p:nvSpPr>
        <p:spPr/>
        <p:txBody>
          <a:bodyPr/>
          <a:lstStyle/>
          <a:p>
            <a:r>
              <a:rPr lang="en-US"/>
              <a:t>Performance Enhancements II</a:t>
            </a:r>
          </a:p>
        </p:txBody>
      </p:sp>
      <p:sp>
        <p:nvSpPr>
          <p:cNvPr id="3" name="Content Placeholder 2">
            <a:extLst>
              <a:ext uri="{FF2B5EF4-FFF2-40B4-BE49-F238E27FC236}">
                <a16:creationId xmlns:a16="http://schemas.microsoft.com/office/drawing/2014/main" id="{DDEFACB9-EB3C-E73C-9FA0-D6D38F7A2196}"/>
              </a:ext>
            </a:extLst>
          </p:cNvPr>
          <p:cNvSpPr>
            <a:spLocks noGrp="1"/>
          </p:cNvSpPr>
          <p:nvPr>
            <p:ph idx="1"/>
          </p:nvPr>
        </p:nvSpPr>
        <p:spPr/>
        <p:txBody>
          <a:bodyPr vert="horz" lIns="91440" tIns="45720" rIns="91440" bIns="45720" rtlCol="0" anchor="t">
            <a:normAutofit/>
          </a:bodyPr>
          <a:lstStyle/>
          <a:p>
            <a:r>
              <a:rPr lang="en-US" dirty="0"/>
              <a:t>Architecture changed to use thread pool</a:t>
            </a:r>
          </a:p>
          <a:p>
            <a:pPr lvl="1">
              <a:buFont typeface="Courier New" panose="020B0604020202020204" pitchFamily="34" charset="0"/>
              <a:buChar char="o"/>
            </a:pPr>
            <a:r>
              <a:rPr lang="en-US" dirty="0"/>
              <a:t>Limiting number of open threads</a:t>
            </a:r>
          </a:p>
          <a:p>
            <a:pPr lvl="1">
              <a:buFont typeface="Courier New" panose="020B0604020202020204" pitchFamily="34" charset="0"/>
              <a:buChar char="o"/>
            </a:pPr>
            <a:r>
              <a:rPr lang="en-US" dirty="0"/>
              <a:t>Client checks for active sockets</a:t>
            </a:r>
          </a:p>
          <a:p>
            <a:pPr lvl="1">
              <a:buFont typeface="Courier New" panose="020B0604020202020204" pitchFamily="34" charset="0"/>
              <a:buChar char="o"/>
            </a:pPr>
            <a:r>
              <a:rPr lang="en-US" dirty="0"/>
              <a:t>Retries communication</a:t>
            </a:r>
          </a:p>
          <a:p>
            <a:pPr lvl="3"/>
            <a:endParaRPr lang="en-US" dirty="0"/>
          </a:p>
          <a:p>
            <a:pPr lvl="3"/>
            <a:endParaRPr lang="en-US" dirty="0"/>
          </a:p>
          <a:p>
            <a:pPr lvl="5">
              <a:buFont typeface="Wingdings" panose="020B0604020202020204" pitchFamily="34" charset="0"/>
              <a:buChar char="§"/>
            </a:pPr>
            <a:r>
              <a:rPr lang="en-US" sz="2400" dirty="0"/>
              <a:t>Result: Threads no longer hand and timeout</a:t>
            </a:r>
          </a:p>
        </p:txBody>
      </p:sp>
    </p:spTree>
    <p:extLst>
      <p:ext uri="{BB962C8B-B14F-4D97-AF65-F5344CB8AC3E}">
        <p14:creationId xmlns:p14="http://schemas.microsoft.com/office/powerpoint/2010/main" val="1283120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ECE32A-CC3B-5D27-C02E-50906BD135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1FB02EB-2C5B-1493-B2A5-072F0AFF9665}"/>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Performance Testing Results Contd</a:t>
            </a:r>
          </a:p>
        </p:txBody>
      </p:sp>
      <p:sp>
        <p:nvSpPr>
          <p:cNvPr id="3" name="Text Placeholder 2">
            <a:extLst>
              <a:ext uri="{FF2B5EF4-FFF2-40B4-BE49-F238E27FC236}">
                <a16:creationId xmlns:a16="http://schemas.microsoft.com/office/drawing/2014/main" id="{0EB4AB08-19BD-A83E-42F1-B2317E2931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934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66C7D9-7535-7383-3FC8-5825A71DBD6A}"/>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EAFE21-D1E0-28D0-DB98-5FC980BE7ADA}"/>
              </a:ext>
            </a:extLst>
          </p:cNvPr>
          <p:cNvSpPr>
            <a:spLocks noGrp="1"/>
          </p:cNvSpPr>
          <p:nvPr>
            <p:ph type="title"/>
          </p:nvPr>
        </p:nvSpPr>
        <p:spPr>
          <a:xfrm>
            <a:off x="553966" y="639520"/>
            <a:ext cx="3429000" cy="1719072"/>
          </a:xfrm>
        </p:spPr>
        <p:txBody>
          <a:bodyPr vert="horz" lIns="91440" tIns="45720" rIns="91440" bIns="45720" rtlCol="0" anchor="b">
            <a:normAutofit/>
          </a:bodyPr>
          <a:lstStyle/>
          <a:p>
            <a:pPr algn="ctr"/>
            <a:r>
              <a:rPr lang="en-US" sz="4600" kern="1200">
                <a:latin typeface="+mj-lt"/>
                <a:ea typeface="+mj-ea"/>
                <a:cs typeface="+mj-cs"/>
              </a:rPr>
              <a:t>Load Test 2 300 Clients</a:t>
            </a:r>
            <a:endParaRPr lang="en-US">
              <a:ea typeface="+mj-ea"/>
              <a:cs typeface="+mj-cs"/>
            </a:endParaRPr>
          </a:p>
        </p:txBody>
      </p:sp>
      <p:sp>
        <p:nvSpPr>
          <p:cNvPr id="1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0623413-9547-7481-5FDB-A0E9C0393AC6}"/>
              </a:ext>
            </a:extLst>
          </p:cNvPr>
          <p:cNvSpPr txBox="1"/>
          <p:nvPr/>
        </p:nvSpPr>
        <p:spPr>
          <a:xfrm>
            <a:off x="630936" y="2807208"/>
            <a:ext cx="3429000" cy="34107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b="1" dirty="0"/>
              <a:t>Server</a:t>
            </a:r>
            <a:r>
              <a:rPr lang="en-US" sz="1700" dirty="0"/>
              <a:t> handled 300 clients without</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CPU stayed low and stable (~10–15%) lol</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Thread pool managed client load well</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Most CPU used by socket &amp; logging functions</a:t>
            </a:r>
          </a:p>
        </p:txBody>
      </p:sp>
    </p:spTree>
    <p:extLst>
      <p:ext uri="{BB962C8B-B14F-4D97-AF65-F5344CB8AC3E}">
        <p14:creationId xmlns:p14="http://schemas.microsoft.com/office/powerpoint/2010/main" val="3893448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3CCCC7-F40F-BC27-188A-E0AB1FA27FB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D3FBAE-2526-FE60-E441-A80663081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65D915D-36ED-BE3C-7CC7-A6151666A4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8DF09AEB-E79B-637C-35CC-0BD2BFB0E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34F2BC-321C-03DD-A96D-A7121810CB7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a:t>Endurance</a:t>
            </a:r>
            <a:r>
              <a:rPr lang="en-US" sz="7200" kern="1200" dirty="0">
                <a:latin typeface="+mj-lt"/>
                <a:ea typeface="+mj-ea"/>
                <a:cs typeface="+mj-cs"/>
              </a:rPr>
              <a:t> Testing Results</a:t>
            </a:r>
            <a:endParaRPr lang="en-US" sz="7200" kern="1200" dirty="0">
              <a:latin typeface="+mj-lt"/>
            </a:endParaRPr>
          </a:p>
        </p:txBody>
      </p:sp>
      <p:sp>
        <p:nvSpPr>
          <p:cNvPr id="3" name="Text Placeholder 2">
            <a:extLst>
              <a:ext uri="{FF2B5EF4-FFF2-40B4-BE49-F238E27FC236}">
                <a16:creationId xmlns:a16="http://schemas.microsoft.com/office/drawing/2014/main" id="{67AC98C2-B04B-AC5B-008B-A884421EA6D5}"/>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B1A9CC1C-5591-6B1B-0CDF-A4697EDA59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4434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F81669-289D-5E60-442F-C524AB01EB8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12CC1A7-7C0C-E72A-6120-C5069A849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049E94-693E-F430-F66F-4AE31EFBB4BB}"/>
              </a:ext>
            </a:extLst>
          </p:cNvPr>
          <p:cNvSpPr>
            <a:spLocks noGrp="1"/>
          </p:cNvSpPr>
          <p:nvPr>
            <p:ph type="title"/>
          </p:nvPr>
        </p:nvSpPr>
        <p:spPr>
          <a:xfrm>
            <a:off x="553966" y="114258"/>
            <a:ext cx="3473388" cy="2244334"/>
          </a:xfrm>
        </p:spPr>
        <p:txBody>
          <a:bodyPr vert="horz" lIns="91440" tIns="45720" rIns="91440" bIns="45720" rtlCol="0" anchor="b">
            <a:normAutofit/>
          </a:bodyPr>
          <a:lstStyle/>
          <a:p>
            <a:pPr algn="ctr"/>
            <a:r>
              <a:rPr lang="en-US" sz="3600"/>
              <a:t>Endurance Testing </a:t>
            </a:r>
            <a:r>
              <a:rPr lang="en-US" sz="3600">
                <a:ea typeface="+mj-lt"/>
                <a:cs typeface="+mj-lt"/>
              </a:rPr>
              <a:t>– Memory Usage (65 Min)</a:t>
            </a:r>
            <a:endParaRPr lang="en-US" sz="3600"/>
          </a:p>
        </p:txBody>
      </p:sp>
      <p:sp>
        <p:nvSpPr>
          <p:cNvPr id="19" name="sketch line">
            <a:extLst>
              <a:ext uri="{FF2B5EF4-FFF2-40B4-BE49-F238E27FC236}">
                <a16:creationId xmlns:a16="http://schemas.microsoft.com/office/drawing/2014/main" id="{A9381D4B-A794-EB6D-162A-E89D78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553ED20-C43A-B8AA-44C6-328D90E5F734}"/>
              </a:ext>
            </a:extLst>
          </p:cNvPr>
          <p:cNvSpPr txBox="1"/>
          <p:nvPr/>
        </p:nvSpPr>
        <p:spPr>
          <a:xfrm>
            <a:off x="586548" y="3110528"/>
            <a:ext cx="3406806" cy="23675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dirty="0">
                <a:ea typeface="+mn-lt"/>
                <a:cs typeface="+mn-lt"/>
              </a:rPr>
              <a:t>Memory climbed slowly then stabilized</a:t>
            </a:r>
            <a:endParaRPr lang="en-US" dirty="0"/>
          </a:p>
          <a:p>
            <a:pPr marL="285750" indent="-228600">
              <a:lnSpc>
                <a:spcPct val="90000"/>
              </a:lnSpc>
              <a:spcAft>
                <a:spcPts val="600"/>
              </a:spcAft>
              <a:buFont typeface="Arial" panose="020B0604020202020204" pitchFamily="34" charset="0"/>
              <a:buChar char="•"/>
            </a:pPr>
            <a:r>
              <a:rPr lang="en-US" dirty="0"/>
              <a:t>hacker</a:t>
            </a:r>
          </a:p>
          <a:p>
            <a:pPr marL="285750" indent="-228600">
              <a:lnSpc>
                <a:spcPct val="90000"/>
              </a:lnSpc>
              <a:spcAft>
                <a:spcPts val="600"/>
              </a:spcAft>
              <a:buFont typeface="Arial" panose="020B0604020202020204" pitchFamily="34" charset="0"/>
              <a:buChar char="•"/>
            </a:pPr>
            <a:r>
              <a:rPr lang="en-US" sz="1700" dirty="0">
                <a:ea typeface="+mn-lt"/>
                <a:cs typeface="+mn-lt"/>
              </a:rPr>
              <a:t>No memory leaks or spikes</a:t>
            </a:r>
            <a:endParaRPr lang="en-US" dirty="0"/>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sz="1700" dirty="0">
                <a:ea typeface="+mn-lt"/>
                <a:cs typeface="+mn-lt"/>
              </a:rPr>
              <a:t>Server ran the full hour with no issues</a:t>
            </a:r>
            <a:endParaRPr lang="en-US" dirty="0"/>
          </a:p>
        </p:txBody>
      </p:sp>
    </p:spTree>
    <p:extLst>
      <p:ext uri="{BB962C8B-B14F-4D97-AF65-F5344CB8AC3E}">
        <p14:creationId xmlns:p14="http://schemas.microsoft.com/office/powerpoint/2010/main" val="3678196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7D76A4-35CD-6725-5127-5A79E2F4843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0B6327C-AF20-EBA7-9A01-D5AC7F8B3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2A5B44-20B3-A4F6-694C-798C16581AE4}"/>
              </a:ext>
            </a:extLst>
          </p:cNvPr>
          <p:cNvSpPr>
            <a:spLocks noGrp="1"/>
          </p:cNvSpPr>
          <p:nvPr>
            <p:ph type="title"/>
          </p:nvPr>
        </p:nvSpPr>
        <p:spPr>
          <a:xfrm>
            <a:off x="553966" y="114258"/>
            <a:ext cx="3473388" cy="2244334"/>
          </a:xfrm>
        </p:spPr>
        <p:txBody>
          <a:bodyPr vert="horz" lIns="91440" tIns="45720" rIns="91440" bIns="45720" rtlCol="0" anchor="b">
            <a:normAutofit/>
          </a:bodyPr>
          <a:lstStyle/>
          <a:p>
            <a:pPr algn="ctr"/>
            <a:r>
              <a:rPr lang="en-US" sz="3600">
                <a:ea typeface="+mj-lt"/>
                <a:cs typeface="+mj-lt"/>
              </a:rPr>
              <a:t>Endurance Testing – CPU Usage (65 Min)</a:t>
            </a:r>
            <a:endParaRPr lang="en-US" sz="3600"/>
          </a:p>
        </p:txBody>
      </p:sp>
      <p:sp>
        <p:nvSpPr>
          <p:cNvPr id="19" name="sketch line">
            <a:extLst>
              <a:ext uri="{FF2B5EF4-FFF2-40B4-BE49-F238E27FC236}">
                <a16:creationId xmlns:a16="http://schemas.microsoft.com/office/drawing/2014/main" id="{61F6D53F-8075-6A97-C9A4-5C5E19C3A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C438F47-0973-2B31-EAA0-6E070C19C790}"/>
              </a:ext>
            </a:extLst>
          </p:cNvPr>
          <p:cNvSpPr txBox="1"/>
          <p:nvPr/>
        </p:nvSpPr>
        <p:spPr>
          <a:xfrm>
            <a:off x="586548" y="3110528"/>
            <a:ext cx="3406806" cy="23675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a:ea typeface="+mn-lt"/>
                <a:cs typeface="+mn-lt"/>
              </a:rPr>
              <a:t>CPU stayed low and consistent (~10–15%)</a:t>
            </a:r>
            <a:endParaRPr lang="en-US"/>
          </a:p>
          <a:p>
            <a:pPr marL="285750" indent="-228600">
              <a:lnSpc>
                <a:spcPct val="90000"/>
              </a:lnSpc>
              <a:spcAft>
                <a:spcPts val="600"/>
              </a:spcAft>
              <a:buFont typeface="Arial" panose="020B0604020202020204" pitchFamily="34" charset="0"/>
              <a:buChar char="•"/>
            </a:pPr>
            <a:endParaRPr lang="en-US"/>
          </a:p>
          <a:p>
            <a:pPr marL="285750" indent="-228600">
              <a:lnSpc>
                <a:spcPct val="90000"/>
              </a:lnSpc>
              <a:spcAft>
                <a:spcPts val="600"/>
              </a:spcAft>
              <a:buFont typeface="Arial" panose="020B0604020202020204" pitchFamily="34" charset="0"/>
              <a:buChar char="•"/>
            </a:pPr>
            <a:r>
              <a:rPr lang="en-US" sz="1700">
                <a:ea typeface="+mn-lt"/>
                <a:cs typeface="+mn-lt"/>
              </a:rPr>
              <a:t>Thread pool balanced the load</a:t>
            </a:r>
            <a:endParaRPr lang="en-US"/>
          </a:p>
          <a:p>
            <a:pPr marL="285750" indent="-228600">
              <a:lnSpc>
                <a:spcPct val="90000"/>
              </a:lnSpc>
              <a:spcAft>
                <a:spcPts val="600"/>
              </a:spcAft>
              <a:buFont typeface="Arial" panose="020B0604020202020204" pitchFamily="34" charset="0"/>
              <a:buChar char="•"/>
            </a:pPr>
            <a:endParaRPr lang="en-US"/>
          </a:p>
          <a:p>
            <a:pPr marL="285750" indent="-228600">
              <a:lnSpc>
                <a:spcPct val="90000"/>
              </a:lnSpc>
              <a:spcAft>
                <a:spcPts val="600"/>
              </a:spcAft>
              <a:buFont typeface="Arial" panose="020B0604020202020204" pitchFamily="34" charset="0"/>
              <a:buChar char="•"/>
            </a:pPr>
            <a:r>
              <a:rPr lang="en-US" sz="1700">
                <a:ea typeface="+mn-lt"/>
                <a:cs typeface="+mn-lt"/>
              </a:rPr>
              <a:t>Most work done by networking &amp; logging functions</a:t>
            </a:r>
            <a:endParaRPr lang="en-US"/>
          </a:p>
        </p:txBody>
      </p:sp>
      <p:pic>
        <p:nvPicPr>
          <p:cNvPr id="4" name="Picture 3" descr="A screenshot of a computer&#10;&#10;AI-generated content may be incorrect.">
            <a:extLst>
              <a:ext uri="{FF2B5EF4-FFF2-40B4-BE49-F238E27FC236}">
                <a16:creationId xmlns:a16="http://schemas.microsoft.com/office/drawing/2014/main" id="{23CA67FE-DCAC-B8A0-4208-CCD2D8602E23}"/>
              </a:ext>
            </a:extLst>
          </p:cNvPr>
          <p:cNvPicPr>
            <a:picLocks noChangeAspect="1"/>
          </p:cNvPicPr>
          <p:nvPr/>
        </p:nvPicPr>
        <p:blipFill>
          <a:blip r:embed="rId3"/>
          <a:stretch>
            <a:fillRect/>
          </a:stretch>
        </p:blipFill>
        <p:spPr>
          <a:xfrm>
            <a:off x="3994578" y="863866"/>
            <a:ext cx="8197273" cy="5128624"/>
          </a:xfrm>
          <a:prstGeom prst="rect">
            <a:avLst/>
          </a:prstGeom>
        </p:spPr>
      </p:pic>
    </p:spTree>
    <p:extLst>
      <p:ext uri="{BB962C8B-B14F-4D97-AF65-F5344CB8AC3E}">
        <p14:creationId xmlns:p14="http://schemas.microsoft.com/office/powerpoint/2010/main" val="2759633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4FAE64-A13D-350C-E1E9-98EC129F3E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4550F0-141A-A88E-6584-1B38A6088CE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Crash Testing</a:t>
            </a:r>
          </a:p>
        </p:txBody>
      </p:sp>
      <p:sp>
        <p:nvSpPr>
          <p:cNvPr id="3" name="Text Placeholder 2">
            <a:extLst>
              <a:ext uri="{FF2B5EF4-FFF2-40B4-BE49-F238E27FC236}">
                <a16:creationId xmlns:a16="http://schemas.microsoft.com/office/drawing/2014/main" id="{6D93C094-5A97-C0CB-CAFB-E9A14957EAC9}"/>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2108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CFA661-5B8D-0B1F-7C21-04155F3D3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19122-C907-75A5-8D19-33C9F3CC3014}"/>
              </a:ext>
            </a:extLst>
          </p:cNvPr>
          <p:cNvSpPr>
            <a:spLocks noGrp="1"/>
          </p:cNvSpPr>
          <p:nvPr>
            <p:ph type="title"/>
          </p:nvPr>
        </p:nvSpPr>
        <p:spPr>
          <a:xfrm>
            <a:off x="762000" y="1138036"/>
            <a:ext cx="3893126" cy="1402470"/>
          </a:xfrm>
        </p:spPr>
        <p:txBody>
          <a:bodyPr anchor="t">
            <a:normAutofit/>
          </a:bodyPr>
          <a:lstStyle/>
          <a:p>
            <a:r>
              <a:rPr lang="en-US" sz="3200"/>
              <a:t>Client Report – Crash Testing</a:t>
            </a:r>
          </a:p>
        </p:txBody>
      </p:sp>
      <p:cxnSp>
        <p:nvCxnSpPr>
          <p:cNvPr id="11" name="Straight Connector 10">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FD1427B-D5F8-2221-B6CE-E76BB01D272A}"/>
              </a:ext>
            </a:extLst>
          </p:cNvPr>
          <p:cNvSpPr>
            <a:spLocks noGrp="1"/>
          </p:cNvSpPr>
          <p:nvPr>
            <p:ph idx="1"/>
          </p:nvPr>
        </p:nvSpPr>
        <p:spPr>
          <a:xfrm>
            <a:off x="762001" y="2551176"/>
            <a:ext cx="3893126" cy="3591207"/>
          </a:xfrm>
        </p:spPr>
        <p:txBody>
          <a:bodyPr vert="horz" lIns="91440" tIns="45720" rIns="91440" bIns="45720" rtlCol="0">
            <a:normAutofit/>
          </a:bodyPr>
          <a:lstStyle/>
          <a:p>
            <a:pPr marL="0" indent="0">
              <a:buNone/>
            </a:pPr>
            <a:r>
              <a:rPr lang="en-US" sz="2000"/>
              <a:t>Initially, clients launched and communicated with server successfully</a:t>
            </a:r>
          </a:p>
          <a:p>
            <a:pPr marL="0" indent="0">
              <a:buNone/>
            </a:pPr>
            <a:endParaRPr lang="en-US" sz="2000"/>
          </a:p>
          <a:p>
            <a:pPr marL="0" indent="0">
              <a:buNone/>
            </a:pPr>
            <a:r>
              <a:rPr lang="en-US" sz="2000"/>
              <a:t>After Reaching ~100+ Clients Threshold - System ran out of memory and failed to spawn clients</a:t>
            </a:r>
          </a:p>
          <a:p>
            <a:pPr marL="0" indent="0">
              <a:buNone/>
            </a:pPr>
            <a:endParaRPr lang="en-US" sz="2000"/>
          </a:p>
        </p:txBody>
      </p:sp>
      <p:pic>
        <p:nvPicPr>
          <p:cNvPr id="6" name="Picture 5" descr="A screenshot of a computer&#10;&#10;AI-generated content may be incorrect.">
            <a:extLst>
              <a:ext uri="{FF2B5EF4-FFF2-40B4-BE49-F238E27FC236}">
                <a16:creationId xmlns:a16="http://schemas.microsoft.com/office/drawing/2014/main" id="{AEB63932-2DFF-0635-1F06-999D6EC52695}"/>
              </a:ext>
            </a:extLst>
          </p:cNvPr>
          <p:cNvPicPr>
            <a:picLocks noChangeAspect="1"/>
          </p:cNvPicPr>
          <p:nvPr/>
        </p:nvPicPr>
        <p:blipFill>
          <a:blip r:embed="rId2"/>
          <a:srcRect r="846" b="1"/>
          <a:stretch/>
        </p:blipFill>
        <p:spPr>
          <a:xfrm>
            <a:off x="5344391" y="10"/>
            <a:ext cx="6847609" cy="448885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3C1EFA21-E526-8807-3961-F99AB371D1A3}"/>
              </a:ext>
            </a:extLst>
          </p:cNvPr>
          <p:cNvPicPr>
            <a:picLocks noChangeAspect="1"/>
          </p:cNvPicPr>
          <p:nvPr/>
        </p:nvPicPr>
        <p:blipFill>
          <a:blip r:embed="rId3"/>
          <a:srcRect r="5307" b="-5"/>
          <a:stretch/>
        </p:blipFill>
        <p:spPr>
          <a:xfrm>
            <a:off x="5344392" y="4488874"/>
            <a:ext cx="3424845" cy="2369126"/>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85DD0CB-8938-9AC0-F812-0E36C103FD03}"/>
              </a:ext>
            </a:extLst>
          </p:cNvPr>
          <p:cNvPicPr>
            <a:picLocks noChangeAspect="1"/>
          </p:cNvPicPr>
          <p:nvPr/>
        </p:nvPicPr>
        <p:blipFill>
          <a:blip r:embed="rId4"/>
          <a:srcRect l="5184" r="123" b="-5"/>
          <a:stretch/>
        </p:blipFill>
        <p:spPr>
          <a:xfrm>
            <a:off x="8767155" y="4488873"/>
            <a:ext cx="3424845" cy="2369127"/>
          </a:xfrm>
          <a:prstGeom prst="rect">
            <a:avLst/>
          </a:prstGeom>
        </p:spPr>
      </p:pic>
    </p:spTree>
    <p:extLst>
      <p:ext uri="{BB962C8B-B14F-4D97-AF65-F5344CB8AC3E}">
        <p14:creationId xmlns:p14="http://schemas.microsoft.com/office/powerpoint/2010/main" val="42845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A1C5A-07E5-355D-8745-20D450899EA0}"/>
              </a:ext>
            </a:extLst>
          </p:cNvPr>
          <p:cNvSpPr>
            <a:spLocks noGrp="1"/>
          </p:cNvSpPr>
          <p:nvPr>
            <p:ph type="title"/>
          </p:nvPr>
        </p:nvSpPr>
        <p:spPr/>
        <p:txBody>
          <a:bodyPr/>
          <a:lstStyle/>
          <a:p>
            <a:r>
              <a:rPr lang="en-US"/>
              <a:t>How did the Server Handle Client Crashing?</a:t>
            </a:r>
          </a:p>
        </p:txBody>
      </p:sp>
      <p:sp>
        <p:nvSpPr>
          <p:cNvPr id="3" name="Content Placeholder 2">
            <a:extLst>
              <a:ext uri="{FF2B5EF4-FFF2-40B4-BE49-F238E27FC236}">
                <a16:creationId xmlns:a16="http://schemas.microsoft.com/office/drawing/2014/main" id="{7DDBFF37-C310-DB9F-867E-25DD26CF157B}"/>
              </a:ext>
            </a:extLst>
          </p:cNvPr>
          <p:cNvSpPr>
            <a:spLocks noGrp="1"/>
          </p:cNvSpPr>
          <p:nvPr>
            <p:ph idx="1"/>
          </p:nvPr>
        </p:nvSpPr>
        <p:spPr/>
        <p:txBody>
          <a:bodyPr vert="horz" lIns="91440" tIns="45720" rIns="91440" bIns="45720" rtlCol="0" anchor="t">
            <a:normAutofit/>
          </a:bodyPr>
          <a:lstStyle/>
          <a:p>
            <a:r>
              <a:rPr lang="en-US" dirty="0"/>
              <a:t>Server remained stable and fully responsive</a:t>
            </a:r>
          </a:p>
          <a:p>
            <a:r>
              <a:rPr lang="en-US" dirty="0"/>
              <a:t>Gracefully </a:t>
            </a:r>
            <a:r>
              <a:rPr lang="en-US" dirty="0">
                <a:solidFill>
                  <a:schemeClr val="accent6"/>
                </a:solidFill>
              </a:rPr>
              <a:t>Detected:</a:t>
            </a:r>
          </a:p>
          <a:p>
            <a:pPr lvl="1">
              <a:buFont typeface="Courier New,monospace" panose="020B0604020202020204" pitchFamily="34" charset="0"/>
              <a:buChar char="o"/>
            </a:pPr>
            <a:r>
              <a:rPr lang="en-US" dirty="0">
                <a:solidFill>
                  <a:schemeClr val="accent5"/>
                </a:solidFill>
              </a:rPr>
              <a:t>S</a:t>
            </a:r>
            <a:r>
              <a:rPr lang="en-US" dirty="0"/>
              <a:t>ocket timeouts</a:t>
            </a:r>
          </a:p>
          <a:p>
            <a:pPr lvl="1">
              <a:buFont typeface="Courier New,monospace" panose="020B0604020202020204" pitchFamily="34" charset="0"/>
              <a:buChar char="o"/>
            </a:pPr>
            <a:r>
              <a:rPr lang="en-US" dirty="0"/>
              <a:t>Forceful client disconnects</a:t>
            </a:r>
          </a:p>
          <a:p>
            <a:pPr lvl="1">
              <a:buFont typeface="Courier New,monospace" panose="020B0604020202020204" pitchFamily="34" charset="0"/>
              <a:buChar char="o"/>
            </a:pPr>
            <a:r>
              <a:rPr lang="en-US" dirty="0"/>
              <a:t>Partial or missing packets</a:t>
            </a:r>
          </a:p>
          <a:p>
            <a:r>
              <a:rPr lang="en-US" b="1" dirty="0"/>
              <a:t>Continued to serve healthy</a:t>
            </a:r>
          </a:p>
          <a:p>
            <a:r>
              <a:rPr lang="en-US" dirty="0"/>
              <a:t>Continued without freeze, crash or memory leaks</a:t>
            </a:r>
          </a:p>
          <a:p>
            <a:r>
              <a:rPr lang="en-US" dirty="0"/>
              <a:t>Logged and safely shut down lol with results saved</a:t>
            </a:r>
          </a:p>
        </p:txBody>
      </p:sp>
    </p:spTree>
    <p:extLst>
      <p:ext uri="{BB962C8B-B14F-4D97-AF65-F5344CB8AC3E}">
        <p14:creationId xmlns:p14="http://schemas.microsoft.com/office/powerpoint/2010/main" val="2967939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C0DA-E6E5-134B-3524-F803B6B0A2C8}"/>
              </a:ext>
            </a:extLst>
          </p:cNvPr>
          <p:cNvSpPr>
            <a:spLocks noGrp="1"/>
          </p:cNvSpPr>
          <p:nvPr>
            <p:ph type="title"/>
          </p:nvPr>
        </p:nvSpPr>
        <p:spPr>
          <a:xfrm>
            <a:off x="176842" y="-209969"/>
            <a:ext cx="10515600" cy="1325563"/>
          </a:xfrm>
        </p:spPr>
        <p:txBody>
          <a:bodyPr/>
          <a:lstStyle/>
          <a:p>
            <a:r>
              <a:rPr lang="en-US"/>
              <a:t>Server Report – Crash Testing</a:t>
            </a:r>
          </a:p>
        </p:txBody>
      </p:sp>
      <p:pic>
        <p:nvPicPr>
          <p:cNvPr id="8" name="Content Placeholder 7" descr="A screen shot of a graph&#10;&#10;AI-generated content may be incorrect.">
            <a:extLst>
              <a:ext uri="{FF2B5EF4-FFF2-40B4-BE49-F238E27FC236}">
                <a16:creationId xmlns:a16="http://schemas.microsoft.com/office/drawing/2014/main" id="{299A2296-E431-43F6-7D56-477795D0A841}"/>
              </a:ext>
            </a:extLst>
          </p:cNvPr>
          <p:cNvPicPr>
            <a:picLocks noGrp="1" noChangeAspect="1"/>
          </p:cNvPicPr>
          <p:nvPr>
            <p:ph idx="1"/>
          </p:nvPr>
        </p:nvPicPr>
        <p:blipFill>
          <a:blip r:embed="rId2"/>
          <a:stretch>
            <a:fillRect/>
          </a:stretch>
        </p:blipFill>
        <p:spPr>
          <a:xfrm>
            <a:off x="4279061" y="1135527"/>
            <a:ext cx="7429500" cy="1562100"/>
          </a:xfrm>
        </p:spPr>
      </p:pic>
      <p:pic>
        <p:nvPicPr>
          <p:cNvPr id="9" name="Picture 8" descr="A screenshot of a computer&#10;&#10;AI-generated content may be incorrect.">
            <a:extLst>
              <a:ext uri="{FF2B5EF4-FFF2-40B4-BE49-F238E27FC236}">
                <a16:creationId xmlns:a16="http://schemas.microsoft.com/office/drawing/2014/main" id="{D2A68E4A-3A33-04B9-A9DB-640B4E5D3ADB}"/>
              </a:ext>
            </a:extLst>
          </p:cNvPr>
          <p:cNvPicPr>
            <a:picLocks noChangeAspect="1"/>
          </p:cNvPicPr>
          <p:nvPr/>
        </p:nvPicPr>
        <p:blipFill>
          <a:blip r:embed="rId3"/>
          <a:stretch>
            <a:fillRect/>
          </a:stretch>
        </p:blipFill>
        <p:spPr>
          <a:xfrm>
            <a:off x="4293438" y="2697192"/>
            <a:ext cx="7429500" cy="198120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5EBD6D77-EF28-B824-4BAD-0AEEB50BFB39}"/>
              </a:ext>
            </a:extLst>
          </p:cNvPr>
          <p:cNvPicPr>
            <a:picLocks noChangeAspect="1"/>
          </p:cNvPicPr>
          <p:nvPr/>
        </p:nvPicPr>
        <p:blipFill>
          <a:blip r:embed="rId4"/>
          <a:stretch>
            <a:fillRect/>
          </a:stretch>
        </p:blipFill>
        <p:spPr>
          <a:xfrm>
            <a:off x="4288676" y="4661230"/>
            <a:ext cx="7439025" cy="1704975"/>
          </a:xfrm>
          <a:prstGeom prst="rect">
            <a:avLst/>
          </a:prstGeom>
        </p:spPr>
      </p:pic>
      <p:sp>
        <p:nvSpPr>
          <p:cNvPr id="13" name="TextBox 12">
            <a:extLst>
              <a:ext uri="{FF2B5EF4-FFF2-40B4-BE49-F238E27FC236}">
                <a16:creationId xmlns:a16="http://schemas.microsoft.com/office/drawing/2014/main" id="{870638C2-9E53-E7B3-A0FA-9D284252E3A8}"/>
              </a:ext>
            </a:extLst>
          </p:cNvPr>
          <p:cNvSpPr txBox="1"/>
          <p:nvPr/>
        </p:nvSpPr>
        <p:spPr>
          <a:xfrm>
            <a:off x="334536" y="1124414"/>
            <a:ext cx="3382536"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Server ran continuously without crashing</a:t>
            </a:r>
          </a:p>
          <a:p>
            <a:pPr marL="285750" indent="-285750">
              <a:buFont typeface="Arial"/>
              <a:buChar char="•"/>
            </a:pPr>
            <a:r>
              <a:rPr lang="en-US"/>
              <a:t>Detected disconnects, Logged proper timeout and/or error codes</a:t>
            </a:r>
          </a:p>
          <a:p>
            <a:pPr marL="285750" indent="-285750">
              <a:buFont typeface="Arial"/>
              <a:buChar char="•"/>
            </a:pPr>
            <a:endParaRPr lang="en-US"/>
          </a:p>
          <a:p>
            <a:r>
              <a:rPr lang="en-US">
                <a:solidFill>
                  <a:schemeClr val="accent6"/>
                </a:solidFill>
              </a:rPr>
              <a:t>CPU Utilization:</a:t>
            </a:r>
          </a:p>
          <a:p>
            <a:pPr marL="285750" indent="-285750">
              <a:buFont typeface="Arial"/>
              <a:buChar char="•"/>
            </a:pPr>
            <a:r>
              <a:rPr lang="en-US">
                <a:solidFill>
                  <a:schemeClr val="accent6"/>
                </a:solidFill>
              </a:rPr>
              <a:t>Average CPU usage ~21%</a:t>
            </a:r>
          </a:p>
          <a:p>
            <a:pPr marL="742950" lvl="1" indent="-285750">
              <a:buFont typeface="Courier New"/>
              <a:buChar char="o"/>
            </a:pPr>
            <a:r>
              <a:rPr lang="en-US"/>
              <a:t>Main Contributors:</a:t>
            </a:r>
          </a:p>
          <a:p>
            <a:pPr marL="1200150" lvl="2" indent="-285750">
              <a:buFont typeface="Wingdings"/>
              <a:buChar char="§"/>
            </a:pPr>
            <a:r>
              <a:rPr lang="en-US"/>
              <a:t>Std::</a:t>
            </a:r>
            <a:r>
              <a:rPr lang="en-US" err="1"/>
              <a:t>insert_string</a:t>
            </a:r>
            <a:endParaRPr lang="en-US"/>
          </a:p>
          <a:p>
            <a:pPr marL="1200150" lvl="2" indent="-285750">
              <a:buFont typeface="Wingdings"/>
              <a:buChar char="§"/>
            </a:pPr>
            <a:r>
              <a:rPr lang="en-US"/>
              <a:t>Std::</a:t>
            </a:r>
            <a:r>
              <a:rPr lang="en-US" err="1"/>
              <a:t>endl</a:t>
            </a:r>
            <a:endParaRPr lang="en-US"/>
          </a:p>
          <a:p>
            <a:pPr marL="1200150" lvl="2" indent="-285750">
              <a:buFont typeface="Wingdings"/>
              <a:buChar char="§"/>
            </a:pPr>
            <a:r>
              <a:rPr lang="en-US"/>
              <a:t>operator&lt;&lt; inside Thread Logic</a:t>
            </a:r>
          </a:p>
          <a:p>
            <a:r>
              <a:rPr lang="en-US">
                <a:solidFill>
                  <a:schemeClr val="accent6"/>
                </a:solidFill>
              </a:rPr>
              <a:t>Memory Utilization:</a:t>
            </a:r>
          </a:p>
          <a:p>
            <a:pPr marL="285750" indent="-285750">
              <a:buFont typeface="Arial"/>
              <a:buChar char="•"/>
            </a:pPr>
            <a:r>
              <a:rPr lang="en-US">
                <a:solidFill>
                  <a:schemeClr val="accent6"/>
                </a:solidFill>
              </a:rPr>
              <a:t>Peak Usage: ~3.2 MB</a:t>
            </a:r>
          </a:p>
          <a:p>
            <a:pPr marL="285750" indent="-285750">
              <a:buFont typeface="Arial"/>
              <a:buChar char="•"/>
            </a:pPr>
            <a:r>
              <a:rPr lang="en-US"/>
              <a:t>No memory leaks or spikes observed</a:t>
            </a:r>
          </a:p>
          <a:p>
            <a:pPr marL="285750" indent="-285750">
              <a:buFont typeface="Arial"/>
              <a:buChar char="•"/>
            </a:pPr>
            <a:r>
              <a:rPr lang="en-US"/>
              <a:t>Stable and consistent throughout entire test session</a:t>
            </a:r>
          </a:p>
        </p:txBody>
      </p:sp>
    </p:spTree>
    <p:extLst>
      <p:ext uri="{BB962C8B-B14F-4D97-AF65-F5344CB8AC3E}">
        <p14:creationId xmlns:p14="http://schemas.microsoft.com/office/powerpoint/2010/main" val="3121530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F436-B55A-46A2-75FE-9F7D1EE7D807}"/>
              </a:ext>
            </a:extLst>
          </p:cNvPr>
          <p:cNvSpPr>
            <a:spLocks noGrp="1"/>
          </p:cNvSpPr>
          <p:nvPr>
            <p:ph type="title"/>
          </p:nvPr>
        </p:nvSpPr>
        <p:spPr>
          <a:xfrm>
            <a:off x="8079978" y="741391"/>
            <a:ext cx="3369234" cy="1616203"/>
          </a:xfrm>
        </p:spPr>
        <p:txBody>
          <a:bodyPr anchor="b">
            <a:normAutofit/>
          </a:bodyPr>
          <a:lstStyle/>
          <a:p>
            <a:r>
              <a:rPr lang="en-US" sz="3200"/>
              <a:t>Conclusions</a:t>
            </a:r>
          </a:p>
        </p:txBody>
      </p:sp>
      <p:pic>
        <p:nvPicPr>
          <p:cNvPr id="17" name="Picture 16" descr="Illuminated server room panel">
            <a:extLst>
              <a:ext uri="{FF2B5EF4-FFF2-40B4-BE49-F238E27FC236}">
                <a16:creationId xmlns:a16="http://schemas.microsoft.com/office/drawing/2014/main" id="{61479EC5-B6D5-1A03-BBE5-30BC27DBA3F1}"/>
              </a:ext>
            </a:extLst>
          </p:cNvPr>
          <p:cNvPicPr>
            <a:picLocks noChangeAspect="1"/>
          </p:cNvPicPr>
          <p:nvPr/>
        </p:nvPicPr>
        <p:blipFill>
          <a:blip r:embed="rId2"/>
          <a:srcRect l="4955" r="23220" b="-3"/>
          <a:stretch/>
        </p:blipFill>
        <p:spPr>
          <a:xfrm>
            <a:off x="20" y="10"/>
            <a:ext cx="7390243" cy="6857990"/>
          </a:xfrm>
          <a:prstGeom prst="rect">
            <a:avLst/>
          </a:prstGeom>
        </p:spPr>
      </p:pic>
      <p:sp>
        <p:nvSpPr>
          <p:cNvPr id="18" name="Rectangle 17">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0" name="Rectangle 19">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Content Placeholder 2">
            <a:extLst>
              <a:ext uri="{FF2B5EF4-FFF2-40B4-BE49-F238E27FC236}">
                <a16:creationId xmlns:a16="http://schemas.microsoft.com/office/drawing/2014/main" id="{EE0DEB94-4C6E-365B-5969-A8CA934CBEDA}"/>
              </a:ext>
            </a:extLst>
          </p:cNvPr>
          <p:cNvSpPr>
            <a:spLocks noGrp="1"/>
          </p:cNvSpPr>
          <p:nvPr>
            <p:ph idx="1"/>
          </p:nvPr>
        </p:nvSpPr>
        <p:spPr>
          <a:xfrm>
            <a:off x="8079978" y="2533476"/>
            <a:ext cx="3369234" cy="3447832"/>
          </a:xfrm>
        </p:spPr>
        <p:txBody>
          <a:bodyPr vert="horz" lIns="91440" tIns="45720" rIns="91440" bIns="45720" rtlCol="0" anchor="t">
            <a:normAutofit/>
          </a:bodyPr>
          <a:lstStyle/>
          <a:p>
            <a:r>
              <a:rPr lang="en-US" sz="2000"/>
              <a:t>First Implementation could not deal with heavy load</a:t>
            </a:r>
          </a:p>
          <a:p>
            <a:r>
              <a:rPr lang="en-US" sz="2000"/>
              <a:t>Second Implementation is stable</a:t>
            </a:r>
          </a:p>
          <a:p>
            <a:pPr lvl="1">
              <a:buFont typeface="Courier New" panose="020B0604020202020204" pitchFamily="34" charset="0"/>
              <a:buChar char="o"/>
            </a:pPr>
            <a:r>
              <a:rPr lang="en-US" sz="2000"/>
              <a:t>Won't processes more than 8 Clients in parallel</a:t>
            </a:r>
          </a:p>
          <a:p>
            <a:r>
              <a:rPr lang="en-US" sz="2000"/>
              <a:t>Server capable of handling Crashed Clients</a:t>
            </a:r>
          </a:p>
          <a:p>
            <a:endParaRPr lang="en-US" sz="2000"/>
          </a:p>
          <a:p>
            <a:pPr marL="457200" lvl="1" indent="0">
              <a:buNone/>
            </a:pPr>
            <a:endParaRPr lang="en-US" sz="2000"/>
          </a:p>
        </p:txBody>
      </p:sp>
    </p:spTree>
    <p:extLst>
      <p:ext uri="{BB962C8B-B14F-4D97-AF65-F5344CB8AC3E}">
        <p14:creationId xmlns:p14="http://schemas.microsoft.com/office/powerpoint/2010/main" val="1224026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ifferent colored question marks">
            <a:extLst>
              <a:ext uri="{FF2B5EF4-FFF2-40B4-BE49-F238E27FC236}">
                <a16:creationId xmlns:a16="http://schemas.microsoft.com/office/drawing/2014/main" id="{FCDE823C-8618-6BD0-BBDD-F340840534DB}"/>
              </a:ext>
            </a:extLst>
          </p:cNvPr>
          <p:cNvPicPr>
            <a:picLocks noChangeAspect="1"/>
          </p:cNvPicPr>
          <p:nvPr/>
        </p:nvPicPr>
        <p:blipFill>
          <a:blip r:embed="rId2"/>
          <a:srcRect r="383" b="-4"/>
          <a:stretch/>
        </p:blipFill>
        <p:spPr>
          <a:xfrm>
            <a:off x="-4" y="-16897"/>
            <a:ext cx="12192003" cy="6884632"/>
          </a:xfrm>
          <a:prstGeom prst="rect">
            <a:avLst/>
          </a:prstGeom>
        </p:spPr>
      </p:pic>
      <p:sp useBgFill="1">
        <p:nvSpPr>
          <p:cNvPr id="9" name="Rectangle 8">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4083" y="1474755"/>
            <a:ext cx="3943552" cy="3927961"/>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2B1867-3267-EBB1-BA85-C97553B25B52}"/>
              </a:ext>
            </a:extLst>
          </p:cNvPr>
          <p:cNvSpPr>
            <a:spLocks noGrp="1"/>
          </p:cNvSpPr>
          <p:nvPr>
            <p:ph type="title"/>
          </p:nvPr>
        </p:nvSpPr>
        <p:spPr>
          <a:xfrm>
            <a:off x="7227856" y="2209316"/>
            <a:ext cx="3069083" cy="1945523"/>
          </a:xfrm>
        </p:spPr>
        <p:txBody>
          <a:bodyPr vert="horz" lIns="91440" tIns="45720" rIns="91440" bIns="45720" rtlCol="0" anchor="t">
            <a:normAutofit/>
          </a:bodyPr>
          <a:lstStyle/>
          <a:p>
            <a:r>
              <a:rPr lang="en-US" sz="3200"/>
              <a:t>Thank you – Questions?</a:t>
            </a:r>
          </a:p>
        </p:txBody>
      </p:sp>
      <p:sp>
        <p:nvSpPr>
          <p:cNvPr id="3" name="Text Placeholder 2">
            <a:extLst>
              <a:ext uri="{FF2B5EF4-FFF2-40B4-BE49-F238E27FC236}">
                <a16:creationId xmlns:a16="http://schemas.microsoft.com/office/drawing/2014/main" id="{AADA31E6-1D2D-A879-AD7A-0B37A2965978}"/>
              </a:ext>
            </a:extLst>
          </p:cNvPr>
          <p:cNvSpPr>
            <a:spLocks noGrp="1"/>
          </p:cNvSpPr>
          <p:nvPr>
            <p:ph type="body" idx="1"/>
          </p:nvPr>
        </p:nvSpPr>
        <p:spPr>
          <a:xfrm>
            <a:off x="7227855" y="4161030"/>
            <a:ext cx="3069083" cy="927420"/>
          </a:xfrm>
        </p:spPr>
        <p:txBody>
          <a:bodyPr vert="horz" lIns="91440" tIns="45720" rIns="91440" bIns="45720" rtlCol="0" anchor="ctr">
            <a:normAutofit/>
          </a:bodyPr>
          <a:lstStyle/>
          <a:p>
            <a:endParaRPr lang="en-US" sz="1800">
              <a:solidFill>
                <a:schemeClr val="tx1"/>
              </a:solidFill>
            </a:endParaRPr>
          </a:p>
        </p:txBody>
      </p:sp>
      <p:cxnSp>
        <p:nvCxnSpPr>
          <p:cNvPr id="11" name="Straight Connector 10">
            <a:extLst>
              <a:ext uri="{FF2B5EF4-FFF2-40B4-BE49-F238E27FC236}">
                <a16:creationId xmlns:a16="http://schemas.microsoft.com/office/drawing/2014/main" id="{8748256A-88AC-4254-406B-0E8EE2CC2B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75334" y="1940933"/>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771467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B14864BECB694FBAF10AF440FDDEB7" ma:contentTypeVersion="12" ma:contentTypeDescription="Create a new document." ma:contentTypeScope="" ma:versionID="a490699e8cfdced2c09f78e78dc0eb4e">
  <xsd:schema xmlns:xsd="http://www.w3.org/2001/XMLSchema" xmlns:xs="http://www.w3.org/2001/XMLSchema" xmlns:p="http://schemas.microsoft.com/office/2006/metadata/properties" xmlns:ns2="e80ca65a-0fe6-4fb5-9866-64836784cdff" xmlns:ns3="a6eaa176-6c85-41f6-a59a-36c448df01c3" targetNamespace="http://schemas.microsoft.com/office/2006/metadata/properties" ma:root="true" ma:fieldsID="d94dbd88aaa85a8992d402b9e1a2fb5f" ns2:_="" ns3:_="">
    <xsd:import namespace="e80ca65a-0fe6-4fb5-9866-64836784cdff"/>
    <xsd:import namespace="a6eaa176-6c85-41f6-a59a-36c448df0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0ca65a-0fe6-4fb5-9866-64836784cd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ef14a81-40c6-4318-85f6-ee55e424c7b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eaa176-6c85-41f6-a59a-36c448df01c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ee7e40-1aff-4348-be09-a5cddb0c295e}" ma:internalName="TaxCatchAll" ma:showField="CatchAllData" ma:web="a6eaa176-6c85-41f6-a59a-36c448df01c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6eaa176-6c85-41f6-a59a-36c448df01c3" xsi:nil="true"/>
    <lcf76f155ced4ddcb4097134ff3c332f xmlns="e80ca65a-0fe6-4fb5-9866-64836784cdff">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155A3D-4A60-448E-ABB0-D2224E9129C6}">
  <ds:schemaRefs>
    <ds:schemaRef ds:uri="a6eaa176-6c85-41f6-a59a-36c448df01c3"/>
    <ds:schemaRef ds:uri="e80ca65a-0fe6-4fb5-9866-64836784cdf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2106321-C2B4-48DA-A9B3-0290BF4A0F5D}">
  <ds:schemaRefs>
    <ds:schemaRef ds:uri="a6eaa176-6c85-41f6-a59a-36c448df01c3"/>
    <ds:schemaRef ds:uri="e80ca65a-0fe6-4fb5-9866-64836784cdff"/>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96444DE-FFB6-42E3-982F-19174D929E6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188</TotalTime>
  <Words>691</Words>
  <Application>Microsoft Office PowerPoint</Application>
  <PresentationFormat>Widescreen</PresentationFormat>
  <Paragraphs>102</Paragraphs>
  <Slides>22</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Aptos</vt:lpstr>
      <vt:lpstr>Aptos Display</vt:lpstr>
      <vt:lpstr>Arial</vt:lpstr>
      <vt:lpstr>Calibri</vt:lpstr>
      <vt:lpstr>Courier New</vt:lpstr>
      <vt:lpstr>Courier New,monospace</vt:lpstr>
      <vt:lpstr>Wingdings</vt:lpstr>
      <vt:lpstr>Wingdings,Sans-Serif</vt:lpstr>
      <vt:lpstr>Office Theme</vt:lpstr>
      <vt:lpstr>Client Server Project</vt:lpstr>
      <vt:lpstr>Project Design</vt:lpstr>
      <vt:lpstr>Testing System</vt:lpstr>
      <vt:lpstr>Test Files</vt:lpstr>
      <vt:lpstr>Clients per Test</vt:lpstr>
      <vt:lpstr>Load Test Demonstration</vt:lpstr>
      <vt:lpstr>Performance Testing Results</vt:lpstr>
      <vt:lpstr>First Load Test</vt:lpstr>
      <vt:lpstr>First Load Test Contd</vt:lpstr>
      <vt:lpstr>Performance Enhancements I</vt:lpstr>
      <vt:lpstr>Performance Enhancements II</vt:lpstr>
      <vt:lpstr>Performance Testing Results Contd</vt:lpstr>
      <vt:lpstr>Load Test 2 300 Clients</vt:lpstr>
      <vt:lpstr>Endurance Testing Results</vt:lpstr>
      <vt:lpstr>Endurance Testing – Memory Usage (65 Min)</vt:lpstr>
      <vt:lpstr>Endurance Testing – CPU Usage (65 Min)</vt:lpstr>
      <vt:lpstr>Crash Testing</vt:lpstr>
      <vt:lpstr>Client Report – Crash Testing</vt:lpstr>
      <vt:lpstr>How did the Server Handle Client Crashing?</vt:lpstr>
      <vt:lpstr>Server Report – Crash Testing</vt:lpstr>
      <vt:lpstr>Conclusions</vt:lpstr>
      <vt:lpstr>Thank you –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Ali Mardini</cp:lastModifiedBy>
  <cp:revision>114</cp:revision>
  <dcterms:created xsi:type="dcterms:W3CDTF">2025-04-10T14:38:03Z</dcterms:created>
  <dcterms:modified xsi:type="dcterms:W3CDTF">2025-11-27T20:00:39Z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0x0101008EB14864BECB694FBAF10AF440FDDEB7</vt:lpwstr>
  </property>
  <property fmtid="{D5CDD505-2E9C-101B-9397-08002B2CF9AE}" pid="3" name="MediaServiceImageTags">
    <vt:lpwstr/>
  </property>
</Properties>
</file>