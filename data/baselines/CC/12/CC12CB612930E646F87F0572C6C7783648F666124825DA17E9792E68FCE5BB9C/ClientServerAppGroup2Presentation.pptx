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27"/>
  </p:notesMasterIdLst>
  <p:sldIdLst>
    <p:sldId id="256" r:id="rId5"/>
    <p:sldId id="260" r:id="rId6"/>
    <p:sldId id="278" r:id="rId7"/>
    <p:sldId id="279" r:id="rId8"/>
    <p:sldId id="280" r:id="rId9"/>
    <p:sldId id="258" r:id="rId10"/>
    <p:sldId id="259" r:id="rId11"/>
    <p:sldId id="262" r:id="rId12"/>
    <p:sldId id="263" r:id="rId13"/>
    <p:sldId id="257" r:id="rId14"/>
    <p:sldId id="264" r:id="rId15"/>
    <p:sldId id="266" r:id="rId16"/>
    <p:sldId id="268" r:id="rId17"/>
    <p:sldId id="281" r:id="rId18"/>
    <p:sldId id="276" r:id="rId19"/>
    <p:sldId id="277" r:id="rId20"/>
    <p:sldId id="275" r:id="rId21"/>
    <p:sldId id="271" r:id="rId22"/>
    <p:sldId id="273" r:id="rId23"/>
    <p:sldId id="270" r:id="rId24"/>
    <p:sldId id="274" r:id="rId25"/>
    <p:sldId id="26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BA56CE-CF6C-476F-9D05-C89AB3A83580}" v="14" dt="2025-04-11T01:22:11.563"/>
    <p1510:client id="{5934AFA3-7D4A-4439-8D33-B86A04E0AEB0}" v="250" dt="2025-04-10T21:50:30.219"/>
    <p1510:client id="{9C587690-1AA9-4F48-B4D1-C83E3EA68EE3}" v="91" dt="2025-04-11T01:13:02.556"/>
    <p1510:client id="{C13225F7-4E9A-55FE-1A92-D6E409CEBB79}" v="1791" dt="2025-04-10T21:34:49.940"/>
    <p1510:client id="{DBEC4AEA-304B-BFD7-C857-F02E74D92305}" v="114" dt="2025-04-11T00:09:04.801"/>
    <p1510:client id="{DC1293D1-5BF3-4E0C-8944-CA8326DD12D7}" v="124" dt="2025-04-11T01:17:06.1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AD86413-D594-4DE2-BA05-B9A9449D39F6}"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1D4E8259-80F1-474B-8E1F-852D7B7B12A2}">
      <dgm:prSet/>
      <dgm:spPr/>
      <dgm:t>
        <a:bodyPr/>
        <a:lstStyle/>
        <a:p>
          <a:pPr>
            <a:lnSpc>
              <a:spcPct val="100000"/>
            </a:lnSpc>
          </a:pPr>
          <a:r>
            <a:rPr lang="en-US"/>
            <a:t>Simple Aviation Fuel Consumption logger.</a:t>
          </a:r>
        </a:p>
      </dgm:t>
    </dgm:pt>
    <dgm:pt modelId="{5E54BE80-2D00-4CF6-9CB2-961C2895F835}" type="parTrans" cxnId="{B3A8C142-0830-4960-9148-0DDEADA73F3D}">
      <dgm:prSet/>
      <dgm:spPr/>
      <dgm:t>
        <a:bodyPr/>
        <a:lstStyle/>
        <a:p>
          <a:endParaRPr lang="en-US"/>
        </a:p>
      </dgm:t>
    </dgm:pt>
    <dgm:pt modelId="{7D737537-A431-4D3E-A03B-460DD18381E6}" type="sibTrans" cxnId="{B3A8C142-0830-4960-9148-0DDEADA73F3D}">
      <dgm:prSet/>
      <dgm:spPr/>
      <dgm:t>
        <a:bodyPr/>
        <a:lstStyle/>
        <a:p>
          <a:endParaRPr lang="en-US"/>
        </a:p>
      </dgm:t>
    </dgm:pt>
    <dgm:pt modelId="{E777EFD9-E690-485C-81E6-E7836380DE7E}">
      <dgm:prSet/>
      <dgm:spPr/>
      <dgm:t>
        <a:bodyPr/>
        <a:lstStyle/>
        <a:p>
          <a:pPr>
            <a:lnSpc>
              <a:spcPct val="100000"/>
            </a:lnSpc>
          </a:pPr>
          <a:r>
            <a:rPr lang="en-US"/>
            <a:t>Multiple Clients sending time and fuel information</a:t>
          </a:r>
        </a:p>
      </dgm:t>
    </dgm:pt>
    <dgm:pt modelId="{F0A8DCE8-4B09-40E3-ADA0-5C4CFFB16A3E}" type="parTrans" cxnId="{1F8A2DEA-4F9B-4CF3-8821-136C782EB404}">
      <dgm:prSet/>
      <dgm:spPr/>
      <dgm:t>
        <a:bodyPr/>
        <a:lstStyle/>
        <a:p>
          <a:endParaRPr lang="en-US"/>
        </a:p>
      </dgm:t>
    </dgm:pt>
    <dgm:pt modelId="{372FE5F1-3C9F-428B-9825-8ED2873C5FB3}" type="sibTrans" cxnId="{1F8A2DEA-4F9B-4CF3-8821-136C782EB404}">
      <dgm:prSet/>
      <dgm:spPr/>
      <dgm:t>
        <a:bodyPr/>
        <a:lstStyle/>
        <a:p>
          <a:endParaRPr lang="en-US"/>
        </a:p>
      </dgm:t>
    </dgm:pt>
    <dgm:pt modelId="{29EF60A4-F079-4DFD-845A-DD035C416281}">
      <dgm:prSet/>
      <dgm:spPr/>
      <dgm:t>
        <a:bodyPr/>
        <a:lstStyle/>
        <a:p>
          <a:pPr>
            <a:lnSpc>
              <a:spcPct val="100000"/>
            </a:lnSpc>
          </a:pPr>
          <a:r>
            <a:rPr lang="en-US"/>
            <a:t>Server Calculates Fuel efficiency</a:t>
          </a:r>
        </a:p>
      </dgm:t>
    </dgm:pt>
    <dgm:pt modelId="{F5E99011-D708-4FC0-9085-30BDB4E0E292}" type="parTrans" cxnId="{B37235E2-F571-42C7-A114-A26D117F6CB5}">
      <dgm:prSet/>
      <dgm:spPr/>
      <dgm:t>
        <a:bodyPr/>
        <a:lstStyle/>
        <a:p>
          <a:endParaRPr lang="en-US"/>
        </a:p>
      </dgm:t>
    </dgm:pt>
    <dgm:pt modelId="{158764A7-ED15-415D-964E-F5D7E2AD4F0A}" type="sibTrans" cxnId="{B37235E2-F571-42C7-A114-A26D117F6CB5}">
      <dgm:prSet/>
      <dgm:spPr/>
      <dgm:t>
        <a:bodyPr/>
        <a:lstStyle/>
        <a:p>
          <a:endParaRPr lang="en-US"/>
        </a:p>
      </dgm:t>
    </dgm:pt>
    <dgm:pt modelId="{520C7BB8-834A-41EF-98C5-D8AF521BC1AE}">
      <dgm:prSet/>
      <dgm:spPr/>
      <dgm:t>
        <a:bodyPr/>
        <a:lstStyle/>
        <a:p>
          <a:pPr>
            <a:lnSpc>
              <a:spcPct val="100000"/>
            </a:lnSpc>
          </a:pPr>
          <a:r>
            <a:rPr lang="en-US"/>
            <a:t>Average Fuel Efficiency is logged server side.</a:t>
          </a:r>
        </a:p>
      </dgm:t>
    </dgm:pt>
    <dgm:pt modelId="{84B3981E-3A7B-480D-A854-B730F8E794B6}" type="parTrans" cxnId="{0DD07FFF-1B3A-43AA-9456-BB658CFEA2ED}">
      <dgm:prSet/>
      <dgm:spPr/>
      <dgm:t>
        <a:bodyPr/>
        <a:lstStyle/>
        <a:p>
          <a:endParaRPr lang="en-US"/>
        </a:p>
      </dgm:t>
    </dgm:pt>
    <dgm:pt modelId="{20A17EB1-3FE6-4B13-B83F-BF35DADD3E1C}" type="sibTrans" cxnId="{0DD07FFF-1B3A-43AA-9456-BB658CFEA2ED}">
      <dgm:prSet/>
      <dgm:spPr/>
      <dgm:t>
        <a:bodyPr/>
        <a:lstStyle/>
        <a:p>
          <a:endParaRPr lang="en-US"/>
        </a:p>
      </dgm:t>
    </dgm:pt>
    <dgm:pt modelId="{4A752F26-B963-4D5A-B94F-97A96D908DE1}" type="pres">
      <dgm:prSet presAssocID="{FAD86413-D594-4DE2-BA05-B9A9449D39F6}" presName="root" presStyleCnt="0">
        <dgm:presLayoutVars>
          <dgm:dir/>
          <dgm:resizeHandles val="exact"/>
        </dgm:presLayoutVars>
      </dgm:prSet>
      <dgm:spPr/>
    </dgm:pt>
    <dgm:pt modelId="{77E7DB31-744B-4255-84DF-F89E129D0215}" type="pres">
      <dgm:prSet presAssocID="{1D4E8259-80F1-474B-8E1F-852D7B7B12A2}" presName="compNode" presStyleCnt="0"/>
      <dgm:spPr/>
    </dgm:pt>
    <dgm:pt modelId="{21156581-D3A0-461C-A233-032562479D1C}" type="pres">
      <dgm:prSet presAssocID="{1D4E8259-80F1-474B-8E1F-852D7B7B12A2}" presName="bgRect" presStyleLbl="bgShp" presStyleIdx="0" presStyleCnt="4"/>
      <dgm:spPr/>
    </dgm:pt>
    <dgm:pt modelId="{C5C1147C-EAB0-41CD-AC58-8FE534E9A5E8}" type="pres">
      <dgm:prSet presAssocID="{1D4E8259-80F1-474B-8E1F-852D7B7B12A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irplane"/>
        </a:ext>
      </dgm:extLst>
    </dgm:pt>
    <dgm:pt modelId="{DB77C969-397A-48DB-9388-833F0A20361B}" type="pres">
      <dgm:prSet presAssocID="{1D4E8259-80F1-474B-8E1F-852D7B7B12A2}" presName="spaceRect" presStyleCnt="0"/>
      <dgm:spPr/>
    </dgm:pt>
    <dgm:pt modelId="{EB07F0DF-5692-454A-AFE3-8D4DD65B16BD}" type="pres">
      <dgm:prSet presAssocID="{1D4E8259-80F1-474B-8E1F-852D7B7B12A2}" presName="parTx" presStyleLbl="revTx" presStyleIdx="0" presStyleCnt="4">
        <dgm:presLayoutVars>
          <dgm:chMax val="0"/>
          <dgm:chPref val="0"/>
        </dgm:presLayoutVars>
      </dgm:prSet>
      <dgm:spPr/>
    </dgm:pt>
    <dgm:pt modelId="{6D9B8F04-F1EA-4601-ABE9-B449574CFE20}" type="pres">
      <dgm:prSet presAssocID="{7D737537-A431-4D3E-A03B-460DD18381E6}" presName="sibTrans" presStyleCnt="0"/>
      <dgm:spPr/>
    </dgm:pt>
    <dgm:pt modelId="{B0551463-2A50-4283-AF91-F3505EB2A475}" type="pres">
      <dgm:prSet presAssocID="{E777EFD9-E690-485C-81E6-E7836380DE7E}" presName="compNode" presStyleCnt="0"/>
      <dgm:spPr/>
    </dgm:pt>
    <dgm:pt modelId="{577E902D-EB9F-4ED2-86DB-8157F27F3DB5}" type="pres">
      <dgm:prSet presAssocID="{E777EFD9-E690-485C-81E6-E7836380DE7E}" presName="bgRect" presStyleLbl="bgShp" presStyleIdx="1" presStyleCnt="4"/>
      <dgm:spPr/>
    </dgm:pt>
    <dgm:pt modelId="{4C4FE7D0-7967-4948-A04B-7B1DB4047294}" type="pres">
      <dgm:prSet presAssocID="{E777EFD9-E690-485C-81E6-E7836380DE7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9BA19C1A-E6DC-4B08-BD88-4BC78597089F}" type="pres">
      <dgm:prSet presAssocID="{E777EFD9-E690-485C-81E6-E7836380DE7E}" presName="spaceRect" presStyleCnt="0"/>
      <dgm:spPr/>
    </dgm:pt>
    <dgm:pt modelId="{E083813B-ECDE-4347-B2FC-AAEBC4FF200D}" type="pres">
      <dgm:prSet presAssocID="{E777EFD9-E690-485C-81E6-E7836380DE7E}" presName="parTx" presStyleLbl="revTx" presStyleIdx="1" presStyleCnt="4">
        <dgm:presLayoutVars>
          <dgm:chMax val="0"/>
          <dgm:chPref val="0"/>
        </dgm:presLayoutVars>
      </dgm:prSet>
      <dgm:spPr/>
    </dgm:pt>
    <dgm:pt modelId="{D9522492-3DED-4ED1-BDAB-D274A0D0F9FE}" type="pres">
      <dgm:prSet presAssocID="{372FE5F1-3C9F-428B-9825-8ED2873C5FB3}" presName="sibTrans" presStyleCnt="0"/>
      <dgm:spPr/>
    </dgm:pt>
    <dgm:pt modelId="{E7BA6016-795A-42C9-9452-48133D08ED15}" type="pres">
      <dgm:prSet presAssocID="{29EF60A4-F079-4DFD-845A-DD035C416281}" presName="compNode" presStyleCnt="0"/>
      <dgm:spPr/>
    </dgm:pt>
    <dgm:pt modelId="{1C728BAF-EB91-4EFE-80A1-FEA1CA285CF9}" type="pres">
      <dgm:prSet presAssocID="{29EF60A4-F079-4DFD-845A-DD035C416281}" presName="bgRect" presStyleLbl="bgShp" presStyleIdx="2" presStyleCnt="4"/>
      <dgm:spPr/>
    </dgm:pt>
    <dgm:pt modelId="{F10A3411-1EFE-4D87-B24D-5997F8FAB865}" type="pres">
      <dgm:prSet presAssocID="{29EF60A4-F079-4DFD-845A-DD035C41628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auge"/>
        </a:ext>
      </dgm:extLst>
    </dgm:pt>
    <dgm:pt modelId="{5770801A-0AEC-4585-B210-68DA24A643B2}" type="pres">
      <dgm:prSet presAssocID="{29EF60A4-F079-4DFD-845A-DD035C416281}" presName="spaceRect" presStyleCnt="0"/>
      <dgm:spPr/>
    </dgm:pt>
    <dgm:pt modelId="{B2B2D2F1-2AD9-4AC1-A3D5-68E550D8E7C5}" type="pres">
      <dgm:prSet presAssocID="{29EF60A4-F079-4DFD-845A-DD035C416281}" presName="parTx" presStyleLbl="revTx" presStyleIdx="2" presStyleCnt="4">
        <dgm:presLayoutVars>
          <dgm:chMax val="0"/>
          <dgm:chPref val="0"/>
        </dgm:presLayoutVars>
      </dgm:prSet>
      <dgm:spPr/>
    </dgm:pt>
    <dgm:pt modelId="{2FFA30BE-27DC-4E70-A8F6-33F15CFA256D}" type="pres">
      <dgm:prSet presAssocID="{158764A7-ED15-415D-964E-F5D7E2AD4F0A}" presName="sibTrans" presStyleCnt="0"/>
      <dgm:spPr/>
    </dgm:pt>
    <dgm:pt modelId="{4896D004-073D-4B0C-AAAF-6C094837ECF1}" type="pres">
      <dgm:prSet presAssocID="{520C7BB8-834A-41EF-98C5-D8AF521BC1AE}" presName="compNode" presStyleCnt="0"/>
      <dgm:spPr/>
    </dgm:pt>
    <dgm:pt modelId="{033A6D3B-AFE1-4016-A2FD-3D1914D48963}" type="pres">
      <dgm:prSet presAssocID="{520C7BB8-834A-41EF-98C5-D8AF521BC1AE}" presName="bgRect" presStyleLbl="bgShp" presStyleIdx="3" presStyleCnt="4"/>
      <dgm:spPr/>
    </dgm:pt>
    <dgm:pt modelId="{4DFFA7E1-5AD6-4B5A-89CF-387ECD16CEFB}" type="pres">
      <dgm:prSet presAssocID="{520C7BB8-834A-41EF-98C5-D8AF521BC1A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rocessor"/>
        </a:ext>
      </dgm:extLst>
    </dgm:pt>
    <dgm:pt modelId="{441FE217-88DC-4FA9-AFBC-B05898D9AE7D}" type="pres">
      <dgm:prSet presAssocID="{520C7BB8-834A-41EF-98C5-D8AF521BC1AE}" presName="spaceRect" presStyleCnt="0"/>
      <dgm:spPr/>
    </dgm:pt>
    <dgm:pt modelId="{F020EB8F-E493-4A3C-A72B-E1DDDD09C711}" type="pres">
      <dgm:prSet presAssocID="{520C7BB8-834A-41EF-98C5-D8AF521BC1AE}" presName="parTx" presStyleLbl="revTx" presStyleIdx="3" presStyleCnt="4">
        <dgm:presLayoutVars>
          <dgm:chMax val="0"/>
          <dgm:chPref val="0"/>
        </dgm:presLayoutVars>
      </dgm:prSet>
      <dgm:spPr/>
    </dgm:pt>
  </dgm:ptLst>
  <dgm:cxnLst>
    <dgm:cxn modelId="{6B519205-E550-4776-961A-D65E8D788286}" type="presOf" srcId="{1D4E8259-80F1-474B-8E1F-852D7B7B12A2}" destId="{EB07F0DF-5692-454A-AFE3-8D4DD65B16BD}" srcOrd="0" destOrd="0" presId="urn:microsoft.com/office/officeart/2018/2/layout/IconVerticalSolidList"/>
    <dgm:cxn modelId="{D0B2F220-364C-41B8-8E86-358B1AFF3965}" type="presOf" srcId="{520C7BB8-834A-41EF-98C5-D8AF521BC1AE}" destId="{F020EB8F-E493-4A3C-A72B-E1DDDD09C711}" srcOrd="0" destOrd="0" presId="urn:microsoft.com/office/officeart/2018/2/layout/IconVerticalSolidList"/>
    <dgm:cxn modelId="{B3A8C142-0830-4960-9148-0DDEADA73F3D}" srcId="{FAD86413-D594-4DE2-BA05-B9A9449D39F6}" destId="{1D4E8259-80F1-474B-8E1F-852D7B7B12A2}" srcOrd="0" destOrd="0" parTransId="{5E54BE80-2D00-4CF6-9CB2-961C2895F835}" sibTransId="{7D737537-A431-4D3E-A03B-460DD18381E6}"/>
    <dgm:cxn modelId="{9D90C1B6-4209-49BE-B117-9A3BAB0FC4E9}" type="presOf" srcId="{FAD86413-D594-4DE2-BA05-B9A9449D39F6}" destId="{4A752F26-B963-4D5A-B94F-97A96D908DE1}" srcOrd="0" destOrd="0" presId="urn:microsoft.com/office/officeart/2018/2/layout/IconVerticalSolidList"/>
    <dgm:cxn modelId="{8BC5C6C0-AC10-4E79-B36F-2B4340D6C4A5}" type="presOf" srcId="{29EF60A4-F079-4DFD-845A-DD035C416281}" destId="{B2B2D2F1-2AD9-4AC1-A3D5-68E550D8E7C5}" srcOrd="0" destOrd="0" presId="urn:microsoft.com/office/officeart/2018/2/layout/IconVerticalSolidList"/>
    <dgm:cxn modelId="{B37235E2-F571-42C7-A114-A26D117F6CB5}" srcId="{FAD86413-D594-4DE2-BA05-B9A9449D39F6}" destId="{29EF60A4-F079-4DFD-845A-DD035C416281}" srcOrd="2" destOrd="0" parTransId="{F5E99011-D708-4FC0-9085-30BDB4E0E292}" sibTransId="{158764A7-ED15-415D-964E-F5D7E2AD4F0A}"/>
    <dgm:cxn modelId="{1F8A2DEA-4F9B-4CF3-8821-136C782EB404}" srcId="{FAD86413-D594-4DE2-BA05-B9A9449D39F6}" destId="{E777EFD9-E690-485C-81E6-E7836380DE7E}" srcOrd="1" destOrd="0" parTransId="{F0A8DCE8-4B09-40E3-ADA0-5C4CFFB16A3E}" sibTransId="{372FE5F1-3C9F-428B-9825-8ED2873C5FB3}"/>
    <dgm:cxn modelId="{F3B404FB-1605-4C7F-901C-70EEA414FA93}" type="presOf" srcId="{E777EFD9-E690-485C-81E6-E7836380DE7E}" destId="{E083813B-ECDE-4347-B2FC-AAEBC4FF200D}" srcOrd="0" destOrd="0" presId="urn:microsoft.com/office/officeart/2018/2/layout/IconVerticalSolidList"/>
    <dgm:cxn modelId="{0DD07FFF-1B3A-43AA-9456-BB658CFEA2ED}" srcId="{FAD86413-D594-4DE2-BA05-B9A9449D39F6}" destId="{520C7BB8-834A-41EF-98C5-D8AF521BC1AE}" srcOrd="3" destOrd="0" parTransId="{84B3981E-3A7B-480D-A854-B730F8E794B6}" sibTransId="{20A17EB1-3FE6-4B13-B83F-BF35DADD3E1C}"/>
    <dgm:cxn modelId="{9DD6813D-48EE-42E1-8E59-7A7FF4A707BB}" type="presParOf" srcId="{4A752F26-B963-4D5A-B94F-97A96D908DE1}" destId="{77E7DB31-744B-4255-84DF-F89E129D0215}" srcOrd="0" destOrd="0" presId="urn:microsoft.com/office/officeart/2018/2/layout/IconVerticalSolidList"/>
    <dgm:cxn modelId="{1AB91BF3-9B58-4FE1-88B3-F60AD15461DD}" type="presParOf" srcId="{77E7DB31-744B-4255-84DF-F89E129D0215}" destId="{21156581-D3A0-461C-A233-032562479D1C}" srcOrd="0" destOrd="0" presId="urn:microsoft.com/office/officeart/2018/2/layout/IconVerticalSolidList"/>
    <dgm:cxn modelId="{7E856816-3A4C-486E-9B24-2FBCDD28B210}" type="presParOf" srcId="{77E7DB31-744B-4255-84DF-F89E129D0215}" destId="{C5C1147C-EAB0-41CD-AC58-8FE534E9A5E8}" srcOrd="1" destOrd="0" presId="urn:microsoft.com/office/officeart/2018/2/layout/IconVerticalSolidList"/>
    <dgm:cxn modelId="{A0263D13-3882-4D51-AC60-90CA039978B0}" type="presParOf" srcId="{77E7DB31-744B-4255-84DF-F89E129D0215}" destId="{DB77C969-397A-48DB-9388-833F0A20361B}" srcOrd="2" destOrd="0" presId="urn:microsoft.com/office/officeart/2018/2/layout/IconVerticalSolidList"/>
    <dgm:cxn modelId="{7CA9649E-666C-44EE-AFFE-A178D72C170D}" type="presParOf" srcId="{77E7DB31-744B-4255-84DF-F89E129D0215}" destId="{EB07F0DF-5692-454A-AFE3-8D4DD65B16BD}" srcOrd="3" destOrd="0" presId="urn:microsoft.com/office/officeart/2018/2/layout/IconVerticalSolidList"/>
    <dgm:cxn modelId="{29EAEBA3-0F90-4FA6-BD63-ED14A8E8EFFA}" type="presParOf" srcId="{4A752F26-B963-4D5A-B94F-97A96D908DE1}" destId="{6D9B8F04-F1EA-4601-ABE9-B449574CFE20}" srcOrd="1" destOrd="0" presId="urn:microsoft.com/office/officeart/2018/2/layout/IconVerticalSolidList"/>
    <dgm:cxn modelId="{8DC77E76-8E3B-4819-B6F0-405BDF011B2A}" type="presParOf" srcId="{4A752F26-B963-4D5A-B94F-97A96D908DE1}" destId="{B0551463-2A50-4283-AF91-F3505EB2A475}" srcOrd="2" destOrd="0" presId="urn:microsoft.com/office/officeart/2018/2/layout/IconVerticalSolidList"/>
    <dgm:cxn modelId="{E6721C7A-1EF3-4FAB-AD7B-9791F60F454B}" type="presParOf" srcId="{B0551463-2A50-4283-AF91-F3505EB2A475}" destId="{577E902D-EB9F-4ED2-86DB-8157F27F3DB5}" srcOrd="0" destOrd="0" presId="urn:microsoft.com/office/officeart/2018/2/layout/IconVerticalSolidList"/>
    <dgm:cxn modelId="{A1C4712F-D3C3-466B-A4AC-78E4A4FD2C9A}" type="presParOf" srcId="{B0551463-2A50-4283-AF91-F3505EB2A475}" destId="{4C4FE7D0-7967-4948-A04B-7B1DB4047294}" srcOrd="1" destOrd="0" presId="urn:microsoft.com/office/officeart/2018/2/layout/IconVerticalSolidList"/>
    <dgm:cxn modelId="{50428A4E-11E3-424C-A134-DFAA694D455D}" type="presParOf" srcId="{B0551463-2A50-4283-AF91-F3505EB2A475}" destId="{9BA19C1A-E6DC-4B08-BD88-4BC78597089F}" srcOrd="2" destOrd="0" presId="urn:microsoft.com/office/officeart/2018/2/layout/IconVerticalSolidList"/>
    <dgm:cxn modelId="{8D28DEFA-51F4-429D-9A0D-C4E9EB60B3DF}" type="presParOf" srcId="{B0551463-2A50-4283-AF91-F3505EB2A475}" destId="{E083813B-ECDE-4347-B2FC-AAEBC4FF200D}" srcOrd="3" destOrd="0" presId="urn:microsoft.com/office/officeart/2018/2/layout/IconVerticalSolidList"/>
    <dgm:cxn modelId="{6B7C2236-7835-4D88-AA6A-ED162CBD4DC2}" type="presParOf" srcId="{4A752F26-B963-4D5A-B94F-97A96D908DE1}" destId="{D9522492-3DED-4ED1-BDAB-D274A0D0F9FE}" srcOrd="3" destOrd="0" presId="urn:microsoft.com/office/officeart/2018/2/layout/IconVerticalSolidList"/>
    <dgm:cxn modelId="{5ACA9158-39E4-4DA2-AE09-F0C2E2D930FD}" type="presParOf" srcId="{4A752F26-B963-4D5A-B94F-97A96D908DE1}" destId="{E7BA6016-795A-42C9-9452-48133D08ED15}" srcOrd="4" destOrd="0" presId="urn:microsoft.com/office/officeart/2018/2/layout/IconVerticalSolidList"/>
    <dgm:cxn modelId="{77C97423-B9EE-49E7-B750-10B2E232DD21}" type="presParOf" srcId="{E7BA6016-795A-42C9-9452-48133D08ED15}" destId="{1C728BAF-EB91-4EFE-80A1-FEA1CA285CF9}" srcOrd="0" destOrd="0" presId="urn:microsoft.com/office/officeart/2018/2/layout/IconVerticalSolidList"/>
    <dgm:cxn modelId="{68704C68-A5B4-4BC7-B28C-2AEE101696F8}" type="presParOf" srcId="{E7BA6016-795A-42C9-9452-48133D08ED15}" destId="{F10A3411-1EFE-4D87-B24D-5997F8FAB865}" srcOrd="1" destOrd="0" presId="urn:microsoft.com/office/officeart/2018/2/layout/IconVerticalSolidList"/>
    <dgm:cxn modelId="{ED01CAD9-B78C-48D5-BBB6-B38EB4CAC883}" type="presParOf" srcId="{E7BA6016-795A-42C9-9452-48133D08ED15}" destId="{5770801A-0AEC-4585-B210-68DA24A643B2}" srcOrd="2" destOrd="0" presId="urn:microsoft.com/office/officeart/2018/2/layout/IconVerticalSolidList"/>
    <dgm:cxn modelId="{8A450EE8-4EC1-4C53-822D-4F101B047301}" type="presParOf" srcId="{E7BA6016-795A-42C9-9452-48133D08ED15}" destId="{B2B2D2F1-2AD9-4AC1-A3D5-68E550D8E7C5}" srcOrd="3" destOrd="0" presId="urn:microsoft.com/office/officeart/2018/2/layout/IconVerticalSolidList"/>
    <dgm:cxn modelId="{9D05E6F2-60B7-4C4F-B96D-FBAD806EECD9}" type="presParOf" srcId="{4A752F26-B963-4D5A-B94F-97A96D908DE1}" destId="{2FFA30BE-27DC-4E70-A8F6-33F15CFA256D}" srcOrd="5" destOrd="0" presId="urn:microsoft.com/office/officeart/2018/2/layout/IconVerticalSolidList"/>
    <dgm:cxn modelId="{EA279945-51C3-4163-BB56-73E0DA075DD7}" type="presParOf" srcId="{4A752F26-B963-4D5A-B94F-97A96D908DE1}" destId="{4896D004-073D-4B0C-AAAF-6C094837ECF1}" srcOrd="6" destOrd="0" presId="urn:microsoft.com/office/officeart/2018/2/layout/IconVerticalSolidList"/>
    <dgm:cxn modelId="{4E60A206-C1C6-4D9C-B8B7-0962472DDD50}" type="presParOf" srcId="{4896D004-073D-4B0C-AAAF-6C094837ECF1}" destId="{033A6D3B-AFE1-4016-A2FD-3D1914D48963}" srcOrd="0" destOrd="0" presId="urn:microsoft.com/office/officeart/2018/2/layout/IconVerticalSolidList"/>
    <dgm:cxn modelId="{8777781C-AD24-42FC-8B78-C07231D9BA1B}" type="presParOf" srcId="{4896D004-073D-4B0C-AAAF-6C094837ECF1}" destId="{4DFFA7E1-5AD6-4B5A-89CF-387ECD16CEFB}" srcOrd="1" destOrd="0" presId="urn:microsoft.com/office/officeart/2018/2/layout/IconVerticalSolidList"/>
    <dgm:cxn modelId="{8C5BF768-C998-46EB-AB2A-002E6ED8C3D8}" type="presParOf" srcId="{4896D004-073D-4B0C-AAAF-6C094837ECF1}" destId="{441FE217-88DC-4FA9-AFBC-B05898D9AE7D}" srcOrd="2" destOrd="0" presId="urn:microsoft.com/office/officeart/2018/2/layout/IconVerticalSolidList"/>
    <dgm:cxn modelId="{65B08230-9E9A-40EC-BE87-A7BB241ADF0B}" type="presParOf" srcId="{4896D004-073D-4B0C-AAAF-6C094837ECF1}" destId="{F020EB8F-E493-4A3C-A72B-E1DDDD09C71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B9A54C-A286-4C71-BECF-9DAD5CC137C1}"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6D8C979C-2550-4BC1-BC1A-4DCD20D5AC18}">
      <dgm:prSet/>
      <dgm:spPr/>
      <dgm:t>
        <a:bodyPr/>
        <a:lstStyle/>
        <a:p>
          <a:r>
            <a:rPr lang="en-US"/>
            <a:t>Windows 11</a:t>
          </a:r>
        </a:p>
      </dgm:t>
    </dgm:pt>
    <dgm:pt modelId="{F606D506-9527-4E3F-AED4-5F4669830034}" type="parTrans" cxnId="{4223B156-8D01-49C3-955C-C6207DE3D652}">
      <dgm:prSet/>
      <dgm:spPr/>
      <dgm:t>
        <a:bodyPr/>
        <a:lstStyle/>
        <a:p>
          <a:endParaRPr lang="en-US"/>
        </a:p>
      </dgm:t>
    </dgm:pt>
    <dgm:pt modelId="{5C2F2CEB-C225-44A3-A298-C10A8DB6318A}" type="sibTrans" cxnId="{4223B156-8D01-49C3-955C-C6207DE3D652}">
      <dgm:prSet/>
      <dgm:spPr/>
      <dgm:t>
        <a:bodyPr/>
        <a:lstStyle/>
        <a:p>
          <a:endParaRPr lang="en-US"/>
        </a:p>
      </dgm:t>
    </dgm:pt>
    <dgm:pt modelId="{2C94D4D2-B561-449B-84CA-5821A936ABE1}">
      <dgm:prSet/>
      <dgm:spPr/>
      <dgm:t>
        <a:bodyPr/>
        <a:lstStyle/>
        <a:p>
          <a:r>
            <a:rPr lang="en-US" dirty="0"/>
            <a:t>Visual Enterprise 2022</a:t>
          </a:r>
        </a:p>
      </dgm:t>
    </dgm:pt>
    <dgm:pt modelId="{9BC86BCD-2C31-4BCB-8274-7CDAF3C2B453}" type="parTrans" cxnId="{5A687297-A961-431B-890A-A8DA23D7BD1C}">
      <dgm:prSet/>
      <dgm:spPr/>
      <dgm:t>
        <a:bodyPr/>
        <a:lstStyle/>
        <a:p>
          <a:endParaRPr lang="en-US"/>
        </a:p>
      </dgm:t>
    </dgm:pt>
    <dgm:pt modelId="{EFD6C65B-7085-45C6-9512-13732D1F2893}" type="sibTrans" cxnId="{5A687297-A961-431B-890A-A8DA23D7BD1C}">
      <dgm:prSet/>
      <dgm:spPr/>
      <dgm:t>
        <a:bodyPr/>
        <a:lstStyle/>
        <a:p>
          <a:endParaRPr lang="en-US"/>
        </a:p>
      </dgm:t>
    </dgm:pt>
    <dgm:pt modelId="{C5972435-F79A-401D-8078-07FCE9F41BD3}">
      <dgm:prSet/>
      <dgm:spPr/>
      <dgm:t>
        <a:bodyPr/>
        <a:lstStyle/>
        <a:p>
          <a:r>
            <a:rPr lang="en-US"/>
            <a:t>Windows Console</a:t>
          </a:r>
        </a:p>
      </dgm:t>
    </dgm:pt>
    <dgm:pt modelId="{5BF679E9-D5E1-4F1B-8491-8F26E0E27EEF}" type="parTrans" cxnId="{F9B65D82-94C9-4D84-9A58-408D03734B50}">
      <dgm:prSet/>
      <dgm:spPr/>
      <dgm:t>
        <a:bodyPr/>
        <a:lstStyle/>
        <a:p>
          <a:endParaRPr lang="en-US"/>
        </a:p>
      </dgm:t>
    </dgm:pt>
    <dgm:pt modelId="{3C46C80D-F005-42F2-93C8-F23988EE4CE7}" type="sibTrans" cxnId="{F9B65D82-94C9-4D84-9A58-408D03734B50}">
      <dgm:prSet/>
      <dgm:spPr/>
      <dgm:t>
        <a:bodyPr/>
        <a:lstStyle/>
        <a:p>
          <a:endParaRPr lang="en-US"/>
        </a:p>
      </dgm:t>
    </dgm:pt>
    <dgm:pt modelId="{D8E4CAF2-0A7E-45E5-9F38-C7C467826FC1}">
      <dgm:prSet/>
      <dgm:spPr/>
      <dgm:t>
        <a:bodyPr/>
        <a:lstStyle/>
        <a:p>
          <a:r>
            <a:rPr lang="en-US"/>
            <a:t>Windows Batch Files</a:t>
          </a:r>
        </a:p>
      </dgm:t>
    </dgm:pt>
    <dgm:pt modelId="{801E6BC7-60F7-468D-8EAE-B5AF8E7D48B6}" type="parTrans" cxnId="{B8467C99-BA91-41EE-9F89-866BDE3A4C86}">
      <dgm:prSet/>
      <dgm:spPr/>
      <dgm:t>
        <a:bodyPr/>
        <a:lstStyle/>
        <a:p>
          <a:endParaRPr lang="en-US"/>
        </a:p>
      </dgm:t>
    </dgm:pt>
    <dgm:pt modelId="{63ED7854-CAFF-4468-ADBA-DCD6B1AAFF18}" type="sibTrans" cxnId="{B8467C99-BA91-41EE-9F89-866BDE3A4C86}">
      <dgm:prSet/>
      <dgm:spPr/>
      <dgm:t>
        <a:bodyPr/>
        <a:lstStyle/>
        <a:p>
          <a:endParaRPr lang="en-US"/>
        </a:p>
      </dgm:t>
    </dgm:pt>
    <dgm:pt modelId="{F364CF91-7664-4065-8C50-F655E6656BA9}" type="pres">
      <dgm:prSet presAssocID="{18B9A54C-A286-4C71-BECF-9DAD5CC137C1}" presName="linear" presStyleCnt="0">
        <dgm:presLayoutVars>
          <dgm:animLvl val="lvl"/>
          <dgm:resizeHandles val="exact"/>
        </dgm:presLayoutVars>
      </dgm:prSet>
      <dgm:spPr/>
    </dgm:pt>
    <dgm:pt modelId="{AA426922-6521-4D43-B69F-BE1AF571643E}" type="pres">
      <dgm:prSet presAssocID="{6D8C979C-2550-4BC1-BC1A-4DCD20D5AC18}" presName="parentText" presStyleLbl="node1" presStyleIdx="0" presStyleCnt="4">
        <dgm:presLayoutVars>
          <dgm:chMax val="0"/>
          <dgm:bulletEnabled val="1"/>
        </dgm:presLayoutVars>
      </dgm:prSet>
      <dgm:spPr/>
    </dgm:pt>
    <dgm:pt modelId="{B9D60A16-A494-48C5-AEF6-62F6D08E9D2D}" type="pres">
      <dgm:prSet presAssocID="{5C2F2CEB-C225-44A3-A298-C10A8DB6318A}" presName="spacer" presStyleCnt="0"/>
      <dgm:spPr/>
    </dgm:pt>
    <dgm:pt modelId="{0AE1D543-A92F-44E3-8E64-0C17B810C219}" type="pres">
      <dgm:prSet presAssocID="{2C94D4D2-B561-449B-84CA-5821A936ABE1}" presName="parentText" presStyleLbl="node1" presStyleIdx="1" presStyleCnt="4">
        <dgm:presLayoutVars>
          <dgm:chMax val="0"/>
          <dgm:bulletEnabled val="1"/>
        </dgm:presLayoutVars>
      </dgm:prSet>
      <dgm:spPr/>
    </dgm:pt>
    <dgm:pt modelId="{1BF4B94B-1D6B-4113-B965-F50C02D83870}" type="pres">
      <dgm:prSet presAssocID="{EFD6C65B-7085-45C6-9512-13732D1F2893}" presName="spacer" presStyleCnt="0"/>
      <dgm:spPr/>
    </dgm:pt>
    <dgm:pt modelId="{541E6534-50D7-462A-9B29-79B6F41000AF}" type="pres">
      <dgm:prSet presAssocID="{C5972435-F79A-401D-8078-07FCE9F41BD3}" presName="parentText" presStyleLbl="node1" presStyleIdx="2" presStyleCnt="4">
        <dgm:presLayoutVars>
          <dgm:chMax val="0"/>
          <dgm:bulletEnabled val="1"/>
        </dgm:presLayoutVars>
      </dgm:prSet>
      <dgm:spPr/>
    </dgm:pt>
    <dgm:pt modelId="{641E7142-CF31-4487-AC32-84F4D19772C5}" type="pres">
      <dgm:prSet presAssocID="{3C46C80D-F005-42F2-93C8-F23988EE4CE7}" presName="spacer" presStyleCnt="0"/>
      <dgm:spPr/>
    </dgm:pt>
    <dgm:pt modelId="{37EB00E5-E41F-42E0-A2CB-65BC44D9F59F}" type="pres">
      <dgm:prSet presAssocID="{D8E4CAF2-0A7E-45E5-9F38-C7C467826FC1}" presName="parentText" presStyleLbl="node1" presStyleIdx="3" presStyleCnt="4">
        <dgm:presLayoutVars>
          <dgm:chMax val="0"/>
          <dgm:bulletEnabled val="1"/>
        </dgm:presLayoutVars>
      </dgm:prSet>
      <dgm:spPr/>
    </dgm:pt>
  </dgm:ptLst>
  <dgm:cxnLst>
    <dgm:cxn modelId="{4E6B5065-7F01-49C4-AECF-59197FA96EF5}" type="presOf" srcId="{6D8C979C-2550-4BC1-BC1A-4DCD20D5AC18}" destId="{AA426922-6521-4D43-B69F-BE1AF571643E}" srcOrd="0" destOrd="0" presId="urn:microsoft.com/office/officeart/2005/8/layout/vList2"/>
    <dgm:cxn modelId="{5FA3FC49-42D1-44C6-A293-61392BAD2B8E}" type="presOf" srcId="{18B9A54C-A286-4C71-BECF-9DAD5CC137C1}" destId="{F364CF91-7664-4065-8C50-F655E6656BA9}" srcOrd="0" destOrd="0" presId="urn:microsoft.com/office/officeart/2005/8/layout/vList2"/>
    <dgm:cxn modelId="{4223B156-8D01-49C3-955C-C6207DE3D652}" srcId="{18B9A54C-A286-4C71-BECF-9DAD5CC137C1}" destId="{6D8C979C-2550-4BC1-BC1A-4DCD20D5AC18}" srcOrd="0" destOrd="0" parTransId="{F606D506-9527-4E3F-AED4-5F4669830034}" sibTransId="{5C2F2CEB-C225-44A3-A298-C10A8DB6318A}"/>
    <dgm:cxn modelId="{F9B65D82-94C9-4D84-9A58-408D03734B50}" srcId="{18B9A54C-A286-4C71-BECF-9DAD5CC137C1}" destId="{C5972435-F79A-401D-8078-07FCE9F41BD3}" srcOrd="2" destOrd="0" parTransId="{5BF679E9-D5E1-4F1B-8491-8F26E0E27EEF}" sibTransId="{3C46C80D-F005-42F2-93C8-F23988EE4CE7}"/>
    <dgm:cxn modelId="{5A687297-A961-431B-890A-A8DA23D7BD1C}" srcId="{18B9A54C-A286-4C71-BECF-9DAD5CC137C1}" destId="{2C94D4D2-B561-449B-84CA-5821A936ABE1}" srcOrd="1" destOrd="0" parTransId="{9BC86BCD-2C31-4BCB-8274-7CDAF3C2B453}" sibTransId="{EFD6C65B-7085-45C6-9512-13732D1F2893}"/>
    <dgm:cxn modelId="{B8467C99-BA91-41EE-9F89-866BDE3A4C86}" srcId="{18B9A54C-A286-4C71-BECF-9DAD5CC137C1}" destId="{D8E4CAF2-0A7E-45E5-9F38-C7C467826FC1}" srcOrd="3" destOrd="0" parTransId="{801E6BC7-60F7-468D-8EAE-B5AF8E7D48B6}" sibTransId="{63ED7854-CAFF-4468-ADBA-DCD6B1AAFF18}"/>
    <dgm:cxn modelId="{E3F0FFDB-214A-453F-82F8-EE27591DF23A}" type="presOf" srcId="{C5972435-F79A-401D-8078-07FCE9F41BD3}" destId="{541E6534-50D7-462A-9B29-79B6F41000AF}" srcOrd="0" destOrd="0" presId="urn:microsoft.com/office/officeart/2005/8/layout/vList2"/>
    <dgm:cxn modelId="{16FC12F1-F6A4-4E95-9AB0-FC850FDC6F21}" type="presOf" srcId="{2C94D4D2-B561-449B-84CA-5821A936ABE1}" destId="{0AE1D543-A92F-44E3-8E64-0C17B810C219}" srcOrd="0" destOrd="0" presId="urn:microsoft.com/office/officeart/2005/8/layout/vList2"/>
    <dgm:cxn modelId="{E1C142F1-AEA4-4E9F-A1ED-BE036218AC9F}" type="presOf" srcId="{D8E4CAF2-0A7E-45E5-9F38-C7C467826FC1}" destId="{37EB00E5-E41F-42E0-A2CB-65BC44D9F59F}" srcOrd="0" destOrd="0" presId="urn:microsoft.com/office/officeart/2005/8/layout/vList2"/>
    <dgm:cxn modelId="{C931D848-FDA4-4BDF-8744-5DA99958A4FD}" type="presParOf" srcId="{F364CF91-7664-4065-8C50-F655E6656BA9}" destId="{AA426922-6521-4D43-B69F-BE1AF571643E}" srcOrd="0" destOrd="0" presId="urn:microsoft.com/office/officeart/2005/8/layout/vList2"/>
    <dgm:cxn modelId="{C22DCD2E-258B-41D5-B160-49A82796500B}" type="presParOf" srcId="{F364CF91-7664-4065-8C50-F655E6656BA9}" destId="{B9D60A16-A494-48C5-AEF6-62F6D08E9D2D}" srcOrd="1" destOrd="0" presId="urn:microsoft.com/office/officeart/2005/8/layout/vList2"/>
    <dgm:cxn modelId="{8773B895-075F-4F19-91FF-B1070CCF3331}" type="presParOf" srcId="{F364CF91-7664-4065-8C50-F655E6656BA9}" destId="{0AE1D543-A92F-44E3-8E64-0C17B810C219}" srcOrd="2" destOrd="0" presId="urn:microsoft.com/office/officeart/2005/8/layout/vList2"/>
    <dgm:cxn modelId="{D5B67DE2-3B6B-4D59-A418-2ED833476750}" type="presParOf" srcId="{F364CF91-7664-4065-8C50-F655E6656BA9}" destId="{1BF4B94B-1D6B-4113-B965-F50C02D83870}" srcOrd="3" destOrd="0" presId="urn:microsoft.com/office/officeart/2005/8/layout/vList2"/>
    <dgm:cxn modelId="{D560288B-40D8-4FF2-AB20-C84E5FA19258}" type="presParOf" srcId="{F364CF91-7664-4065-8C50-F655E6656BA9}" destId="{541E6534-50D7-462A-9B29-79B6F41000AF}" srcOrd="4" destOrd="0" presId="urn:microsoft.com/office/officeart/2005/8/layout/vList2"/>
    <dgm:cxn modelId="{B9EF1197-4856-42C8-BE2E-6FE304647824}" type="presParOf" srcId="{F364CF91-7664-4065-8C50-F655E6656BA9}" destId="{641E7142-CF31-4487-AC32-84F4D19772C5}" srcOrd="5" destOrd="0" presId="urn:microsoft.com/office/officeart/2005/8/layout/vList2"/>
    <dgm:cxn modelId="{0875EC34-72EF-47EE-A4CC-3EB006871370}" type="presParOf" srcId="{F364CF91-7664-4065-8C50-F655E6656BA9}" destId="{37EB00E5-E41F-42E0-A2CB-65BC44D9F59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9894748-43BF-4241-A61F-3A31C4DF6B3F}"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9F0DC738-6F64-4180-A6C6-F7DCFD27D9BD}">
      <dgm:prSet/>
      <dgm:spPr/>
      <dgm:t>
        <a:bodyPr/>
        <a:lstStyle/>
        <a:p>
          <a:r>
            <a:rPr lang="en-US" dirty="0"/>
            <a:t>4 Test</a:t>
          </a:r>
        </a:p>
      </dgm:t>
    </dgm:pt>
    <dgm:pt modelId="{AD6680A8-B443-4EE3-94FC-05E3D2871274}" type="parTrans" cxnId="{7BDE4557-7A0A-4D99-858C-94AD119D02E5}">
      <dgm:prSet/>
      <dgm:spPr/>
      <dgm:t>
        <a:bodyPr/>
        <a:lstStyle/>
        <a:p>
          <a:endParaRPr lang="en-US"/>
        </a:p>
      </dgm:t>
    </dgm:pt>
    <dgm:pt modelId="{D4E06003-3457-4D22-8DFD-D8C80E1D5677}" type="sibTrans" cxnId="{7BDE4557-7A0A-4D99-858C-94AD119D02E5}">
      <dgm:prSet/>
      <dgm:spPr/>
      <dgm:t>
        <a:bodyPr/>
        <a:lstStyle/>
        <a:p>
          <a:endParaRPr lang="en-US"/>
        </a:p>
      </dgm:t>
    </dgm:pt>
    <dgm:pt modelId="{0F6A04DB-2F34-4A94-AADF-5A0098D2E6D5}">
      <dgm:prSet/>
      <dgm:spPr/>
      <dgm:t>
        <a:bodyPr/>
        <a:lstStyle/>
        <a:p>
          <a:r>
            <a:rPr lang="en-US"/>
            <a:t>.txt documents containing dateTime and remaining fuel</a:t>
          </a:r>
        </a:p>
      </dgm:t>
    </dgm:pt>
    <dgm:pt modelId="{B35AD8A1-2F8B-4A34-9359-DDA4E65306CC}" type="parTrans" cxnId="{4E8D5995-050C-43D0-8C4D-B6143BB9D3E3}">
      <dgm:prSet/>
      <dgm:spPr/>
      <dgm:t>
        <a:bodyPr/>
        <a:lstStyle/>
        <a:p>
          <a:endParaRPr lang="en-US"/>
        </a:p>
      </dgm:t>
    </dgm:pt>
    <dgm:pt modelId="{961A5804-FFF8-4296-BB57-B98BE5D73BD2}" type="sibTrans" cxnId="{4E8D5995-050C-43D0-8C4D-B6143BB9D3E3}">
      <dgm:prSet/>
      <dgm:spPr/>
      <dgm:t>
        <a:bodyPr/>
        <a:lstStyle/>
        <a:p>
          <a:endParaRPr lang="en-US"/>
        </a:p>
      </dgm:t>
    </dgm:pt>
    <dgm:pt modelId="{54D67A61-A45D-4FDA-BD26-D9FC24ED462A}">
      <dgm:prSet/>
      <dgm:spPr/>
      <dgm:t>
        <a:bodyPr/>
        <a:lstStyle/>
        <a:p>
          <a:r>
            <a:rPr lang="en-US"/>
            <a:t>Clients pick random file after connecting to server</a:t>
          </a:r>
        </a:p>
      </dgm:t>
    </dgm:pt>
    <dgm:pt modelId="{2E547EE1-1345-4EF8-B255-E57B332F4D3D}" type="parTrans" cxnId="{3D1D4135-1090-4AED-B7A5-50CE44EC5488}">
      <dgm:prSet/>
      <dgm:spPr/>
      <dgm:t>
        <a:bodyPr/>
        <a:lstStyle/>
        <a:p>
          <a:endParaRPr lang="en-US"/>
        </a:p>
      </dgm:t>
    </dgm:pt>
    <dgm:pt modelId="{69A265F4-B958-4766-B5AB-2E3C11384ED1}" type="sibTrans" cxnId="{3D1D4135-1090-4AED-B7A5-50CE44EC5488}">
      <dgm:prSet/>
      <dgm:spPr/>
      <dgm:t>
        <a:bodyPr/>
        <a:lstStyle/>
        <a:p>
          <a:endParaRPr lang="en-US"/>
        </a:p>
      </dgm:t>
    </dgm:pt>
    <dgm:pt modelId="{BBC4E812-057A-464C-84CC-D9D7FDCB0CC4}" type="pres">
      <dgm:prSet presAssocID="{89894748-43BF-4241-A61F-3A31C4DF6B3F}" presName="linear" presStyleCnt="0">
        <dgm:presLayoutVars>
          <dgm:animLvl val="lvl"/>
          <dgm:resizeHandles val="exact"/>
        </dgm:presLayoutVars>
      </dgm:prSet>
      <dgm:spPr/>
    </dgm:pt>
    <dgm:pt modelId="{D50EF05E-3815-4321-877B-C7D2483D49CE}" type="pres">
      <dgm:prSet presAssocID="{9F0DC738-6F64-4180-A6C6-F7DCFD27D9BD}" presName="parentText" presStyleLbl="node1" presStyleIdx="0" presStyleCnt="3">
        <dgm:presLayoutVars>
          <dgm:chMax val="0"/>
          <dgm:bulletEnabled val="1"/>
        </dgm:presLayoutVars>
      </dgm:prSet>
      <dgm:spPr/>
    </dgm:pt>
    <dgm:pt modelId="{321843D3-C2E0-407C-B5F8-9FEFFD36CE0D}" type="pres">
      <dgm:prSet presAssocID="{D4E06003-3457-4D22-8DFD-D8C80E1D5677}" presName="spacer" presStyleCnt="0"/>
      <dgm:spPr/>
    </dgm:pt>
    <dgm:pt modelId="{4BEF854F-CCE6-4CDB-8DA8-EAA77B593209}" type="pres">
      <dgm:prSet presAssocID="{0F6A04DB-2F34-4A94-AADF-5A0098D2E6D5}" presName="parentText" presStyleLbl="node1" presStyleIdx="1" presStyleCnt="3">
        <dgm:presLayoutVars>
          <dgm:chMax val="0"/>
          <dgm:bulletEnabled val="1"/>
        </dgm:presLayoutVars>
      </dgm:prSet>
      <dgm:spPr/>
    </dgm:pt>
    <dgm:pt modelId="{43010589-B9A5-4DE6-85E8-592CC4826CD9}" type="pres">
      <dgm:prSet presAssocID="{961A5804-FFF8-4296-BB57-B98BE5D73BD2}" presName="spacer" presStyleCnt="0"/>
      <dgm:spPr/>
    </dgm:pt>
    <dgm:pt modelId="{26E356D1-6EFD-484E-BA38-257F28FA2BDB}" type="pres">
      <dgm:prSet presAssocID="{54D67A61-A45D-4FDA-BD26-D9FC24ED462A}" presName="parentText" presStyleLbl="node1" presStyleIdx="2" presStyleCnt="3">
        <dgm:presLayoutVars>
          <dgm:chMax val="0"/>
          <dgm:bulletEnabled val="1"/>
        </dgm:presLayoutVars>
      </dgm:prSet>
      <dgm:spPr/>
    </dgm:pt>
  </dgm:ptLst>
  <dgm:cxnLst>
    <dgm:cxn modelId="{21E0CF1E-37BB-44CC-B986-A68A284672A3}" type="presOf" srcId="{54D67A61-A45D-4FDA-BD26-D9FC24ED462A}" destId="{26E356D1-6EFD-484E-BA38-257F28FA2BDB}" srcOrd="0" destOrd="0" presId="urn:microsoft.com/office/officeart/2005/8/layout/vList2"/>
    <dgm:cxn modelId="{3D1D4135-1090-4AED-B7A5-50CE44EC5488}" srcId="{89894748-43BF-4241-A61F-3A31C4DF6B3F}" destId="{54D67A61-A45D-4FDA-BD26-D9FC24ED462A}" srcOrd="2" destOrd="0" parTransId="{2E547EE1-1345-4EF8-B255-E57B332F4D3D}" sibTransId="{69A265F4-B958-4766-B5AB-2E3C11384ED1}"/>
    <dgm:cxn modelId="{28A07243-4A15-4BF9-8217-D10873D71FA1}" type="presOf" srcId="{0F6A04DB-2F34-4A94-AADF-5A0098D2E6D5}" destId="{4BEF854F-CCE6-4CDB-8DA8-EAA77B593209}" srcOrd="0" destOrd="0" presId="urn:microsoft.com/office/officeart/2005/8/layout/vList2"/>
    <dgm:cxn modelId="{7BDE4557-7A0A-4D99-858C-94AD119D02E5}" srcId="{89894748-43BF-4241-A61F-3A31C4DF6B3F}" destId="{9F0DC738-6F64-4180-A6C6-F7DCFD27D9BD}" srcOrd="0" destOrd="0" parTransId="{AD6680A8-B443-4EE3-94FC-05E3D2871274}" sibTransId="{D4E06003-3457-4D22-8DFD-D8C80E1D5677}"/>
    <dgm:cxn modelId="{2EA4CD7F-E699-46DB-8141-D70D8AE0F74B}" type="presOf" srcId="{9F0DC738-6F64-4180-A6C6-F7DCFD27D9BD}" destId="{D50EF05E-3815-4321-877B-C7D2483D49CE}" srcOrd="0" destOrd="0" presId="urn:microsoft.com/office/officeart/2005/8/layout/vList2"/>
    <dgm:cxn modelId="{4E8D5995-050C-43D0-8C4D-B6143BB9D3E3}" srcId="{89894748-43BF-4241-A61F-3A31C4DF6B3F}" destId="{0F6A04DB-2F34-4A94-AADF-5A0098D2E6D5}" srcOrd="1" destOrd="0" parTransId="{B35AD8A1-2F8B-4A34-9359-DDA4E65306CC}" sibTransId="{961A5804-FFF8-4296-BB57-B98BE5D73BD2}"/>
    <dgm:cxn modelId="{98565DA0-321A-4BE1-8CE2-4FA98F2D6F28}" type="presOf" srcId="{89894748-43BF-4241-A61F-3A31C4DF6B3F}" destId="{BBC4E812-057A-464C-84CC-D9D7FDCB0CC4}" srcOrd="0" destOrd="0" presId="urn:microsoft.com/office/officeart/2005/8/layout/vList2"/>
    <dgm:cxn modelId="{B3E1C466-E2DE-4F02-8E4A-6C7C009E2BCC}" type="presParOf" srcId="{BBC4E812-057A-464C-84CC-D9D7FDCB0CC4}" destId="{D50EF05E-3815-4321-877B-C7D2483D49CE}" srcOrd="0" destOrd="0" presId="urn:microsoft.com/office/officeart/2005/8/layout/vList2"/>
    <dgm:cxn modelId="{6412FD58-3708-4A75-9971-8F530A403D4F}" type="presParOf" srcId="{BBC4E812-057A-464C-84CC-D9D7FDCB0CC4}" destId="{321843D3-C2E0-407C-B5F8-9FEFFD36CE0D}" srcOrd="1" destOrd="0" presId="urn:microsoft.com/office/officeart/2005/8/layout/vList2"/>
    <dgm:cxn modelId="{389813AF-6E90-4E6B-9017-0A43C5F10600}" type="presParOf" srcId="{BBC4E812-057A-464C-84CC-D9D7FDCB0CC4}" destId="{4BEF854F-CCE6-4CDB-8DA8-EAA77B593209}" srcOrd="2" destOrd="0" presId="urn:microsoft.com/office/officeart/2005/8/layout/vList2"/>
    <dgm:cxn modelId="{21958718-6829-4B7E-86F8-DA2AF9EF5F73}" type="presParOf" srcId="{BBC4E812-057A-464C-84CC-D9D7FDCB0CC4}" destId="{43010589-B9A5-4DE6-85E8-592CC4826CD9}" srcOrd="3" destOrd="0" presId="urn:microsoft.com/office/officeart/2005/8/layout/vList2"/>
    <dgm:cxn modelId="{59D1FF92-4905-4F51-8B48-003CA5147669}" type="presParOf" srcId="{BBC4E812-057A-464C-84CC-D9D7FDCB0CC4}" destId="{26E356D1-6EFD-484E-BA38-257F28FA2BDB}"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5A17E84-4AA9-4799-A3E6-D61724608599}"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01607036-32EF-43C3-9EA7-5187E4B4D4D4}">
      <dgm:prSet/>
      <dgm:spPr/>
      <dgm:t>
        <a:bodyPr/>
        <a:lstStyle/>
        <a:p>
          <a:pPr>
            <a:lnSpc>
              <a:spcPct val="100000"/>
            </a:lnSpc>
          </a:pPr>
          <a:r>
            <a:rPr lang="en-US"/>
            <a:t>Load Testing: 75-300 Clients</a:t>
          </a:r>
        </a:p>
      </dgm:t>
    </dgm:pt>
    <dgm:pt modelId="{13CEF6E6-5756-45B8-944A-AE2EF241EB20}" type="parTrans" cxnId="{85C33AE4-C58A-47AB-8374-DE6AE0B9FC50}">
      <dgm:prSet/>
      <dgm:spPr/>
      <dgm:t>
        <a:bodyPr/>
        <a:lstStyle/>
        <a:p>
          <a:endParaRPr lang="en-US"/>
        </a:p>
      </dgm:t>
    </dgm:pt>
    <dgm:pt modelId="{C9DD8874-AC61-4A94-9CFD-2BF73DAD169D}" type="sibTrans" cxnId="{85C33AE4-C58A-47AB-8374-DE6AE0B9FC50}">
      <dgm:prSet/>
      <dgm:spPr/>
      <dgm:t>
        <a:bodyPr/>
        <a:lstStyle/>
        <a:p>
          <a:endParaRPr lang="en-US"/>
        </a:p>
      </dgm:t>
    </dgm:pt>
    <dgm:pt modelId="{5589D792-07A9-4833-A7B5-E845899CFD70}">
      <dgm:prSet/>
      <dgm:spPr/>
      <dgm:t>
        <a:bodyPr/>
        <a:lstStyle/>
        <a:p>
          <a:pPr>
            <a:lnSpc>
              <a:spcPct val="100000"/>
            </a:lnSpc>
          </a:pPr>
          <a:r>
            <a:rPr lang="en-US"/>
            <a:t>Endurance Testing: 100 Clients every 250s</a:t>
          </a:r>
        </a:p>
      </dgm:t>
    </dgm:pt>
    <dgm:pt modelId="{A6592A18-081F-420B-A040-171354FE17E9}" type="parTrans" cxnId="{2D2156E7-8378-481A-9933-0C038BBC25F3}">
      <dgm:prSet/>
      <dgm:spPr/>
      <dgm:t>
        <a:bodyPr/>
        <a:lstStyle/>
        <a:p>
          <a:endParaRPr lang="en-US"/>
        </a:p>
      </dgm:t>
    </dgm:pt>
    <dgm:pt modelId="{EB10F77A-5B0D-4915-BCCC-1E0EB6BFD65F}" type="sibTrans" cxnId="{2D2156E7-8378-481A-9933-0C038BBC25F3}">
      <dgm:prSet/>
      <dgm:spPr/>
      <dgm:t>
        <a:bodyPr/>
        <a:lstStyle/>
        <a:p>
          <a:endParaRPr lang="en-US"/>
        </a:p>
      </dgm:t>
    </dgm:pt>
    <dgm:pt modelId="{520C931C-BD09-4F42-BCD3-5BA3F5784413}">
      <dgm:prSet/>
      <dgm:spPr/>
      <dgm:t>
        <a:bodyPr/>
        <a:lstStyle/>
        <a:p>
          <a:pPr>
            <a:lnSpc>
              <a:spcPct val="100000"/>
            </a:lnSpc>
          </a:pPr>
          <a:r>
            <a:rPr lang="en-US"/>
            <a:t>Crash Testing: 200 Clients</a:t>
          </a:r>
        </a:p>
      </dgm:t>
    </dgm:pt>
    <dgm:pt modelId="{55AFB81D-774B-4400-B8BE-EE39F96D0098}" type="parTrans" cxnId="{2F5BFC01-A613-4704-A6B4-F0C40124EBB5}">
      <dgm:prSet/>
      <dgm:spPr/>
      <dgm:t>
        <a:bodyPr/>
        <a:lstStyle/>
        <a:p>
          <a:endParaRPr lang="en-US"/>
        </a:p>
      </dgm:t>
    </dgm:pt>
    <dgm:pt modelId="{FD7946B1-210F-4A92-9557-E667CECCDC59}" type="sibTrans" cxnId="{2F5BFC01-A613-4704-A6B4-F0C40124EBB5}">
      <dgm:prSet/>
      <dgm:spPr/>
      <dgm:t>
        <a:bodyPr/>
        <a:lstStyle/>
        <a:p>
          <a:endParaRPr lang="en-US"/>
        </a:p>
      </dgm:t>
    </dgm:pt>
    <dgm:pt modelId="{912DD8D4-D123-4FA7-9A7D-A324DC48D433}" type="pres">
      <dgm:prSet presAssocID="{D5A17E84-4AA9-4799-A3E6-D61724608599}" presName="root" presStyleCnt="0">
        <dgm:presLayoutVars>
          <dgm:dir/>
          <dgm:resizeHandles val="exact"/>
        </dgm:presLayoutVars>
      </dgm:prSet>
      <dgm:spPr/>
    </dgm:pt>
    <dgm:pt modelId="{60697788-A0D7-4FEF-9BA3-400BBB60874A}" type="pres">
      <dgm:prSet presAssocID="{01607036-32EF-43C3-9EA7-5187E4B4D4D4}" presName="compNode" presStyleCnt="0"/>
      <dgm:spPr/>
    </dgm:pt>
    <dgm:pt modelId="{8574E534-45A9-4E26-9045-909FE94E8BE2}" type="pres">
      <dgm:prSet presAssocID="{01607036-32EF-43C3-9EA7-5187E4B4D4D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oading"/>
        </a:ext>
      </dgm:extLst>
    </dgm:pt>
    <dgm:pt modelId="{8999BD7B-53F8-43E1-A30C-BFE69A42ED42}" type="pres">
      <dgm:prSet presAssocID="{01607036-32EF-43C3-9EA7-5187E4B4D4D4}" presName="spaceRect" presStyleCnt="0"/>
      <dgm:spPr/>
    </dgm:pt>
    <dgm:pt modelId="{BB62CAFF-CF35-4FEE-B0A1-C22BFA085528}" type="pres">
      <dgm:prSet presAssocID="{01607036-32EF-43C3-9EA7-5187E4B4D4D4}" presName="textRect" presStyleLbl="revTx" presStyleIdx="0" presStyleCnt="3">
        <dgm:presLayoutVars>
          <dgm:chMax val="1"/>
          <dgm:chPref val="1"/>
        </dgm:presLayoutVars>
      </dgm:prSet>
      <dgm:spPr/>
    </dgm:pt>
    <dgm:pt modelId="{A3667DB8-FBA2-4A4E-992B-36AE337D1A74}" type="pres">
      <dgm:prSet presAssocID="{C9DD8874-AC61-4A94-9CFD-2BF73DAD169D}" presName="sibTrans" presStyleCnt="0"/>
      <dgm:spPr/>
    </dgm:pt>
    <dgm:pt modelId="{6FEF0589-EC9A-4A5A-9F9B-C4EDE5A74102}" type="pres">
      <dgm:prSet presAssocID="{5589D792-07A9-4833-A7B5-E845899CFD70}" presName="compNode" presStyleCnt="0"/>
      <dgm:spPr/>
    </dgm:pt>
    <dgm:pt modelId="{33A5121E-7460-47D9-B389-74A0CE443938}" type="pres">
      <dgm:prSet presAssocID="{5589D792-07A9-4833-A7B5-E845899CFD7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auge"/>
        </a:ext>
      </dgm:extLst>
    </dgm:pt>
    <dgm:pt modelId="{EA0E501E-2C8F-40E9-8431-F5918DA615B2}" type="pres">
      <dgm:prSet presAssocID="{5589D792-07A9-4833-A7B5-E845899CFD70}" presName="spaceRect" presStyleCnt="0"/>
      <dgm:spPr/>
    </dgm:pt>
    <dgm:pt modelId="{90220984-A0D0-4151-8012-C4E1D88BB4AB}" type="pres">
      <dgm:prSet presAssocID="{5589D792-07A9-4833-A7B5-E845899CFD70}" presName="textRect" presStyleLbl="revTx" presStyleIdx="1" presStyleCnt="3">
        <dgm:presLayoutVars>
          <dgm:chMax val="1"/>
          <dgm:chPref val="1"/>
        </dgm:presLayoutVars>
      </dgm:prSet>
      <dgm:spPr/>
    </dgm:pt>
    <dgm:pt modelId="{6577D480-B258-4A84-83E4-E8686A6D3556}" type="pres">
      <dgm:prSet presAssocID="{EB10F77A-5B0D-4915-BCCC-1E0EB6BFD65F}" presName="sibTrans" presStyleCnt="0"/>
      <dgm:spPr/>
    </dgm:pt>
    <dgm:pt modelId="{ADC83B77-F586-4496-947B-745AB1AA2B82}" type="pres">
      <dgm:prSet presAssocID="{520C931C-BD09-4F42-BCD3-5BA3F5784413}" presName="compNode" presStyleCnt="0"/>
      <dgm:spPr/>
    </dgm:pt>
    <dgm:pt modelId="{DC58AC38-BB75-4D75-B419-49F74FFD6FDC}" type="pres">
      <dgm:prSet presAssocID="{520C931C-BD09-4F42-BCD3-5BA3F578441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ar"/>
        </a:ext>
      </dgm:extLst>
    </dgm:pt>
    <dgm:pt modelId="{B73B6417-F020-4ADC-826D-55B40C43F3D5}" type="pres">
      <dgm:prSet presAssocID="{520C931C-BD09-4F42-BCD3-5BA3F5784413}" presName="spaceRect" presStyleCnt="0"/>
      <dgm:spPr/>
    </dgm:pt>
    <dgm:pt modelId="{2199E86A-71CC-4776-95C2-EAAB0EA7E823}" type="pres">
      <dgm:prSet presAssocID="{520C931C-BD09-4F42-BCD3-5BA3F5784413}" presName="textRect" presStyleLbl="revTx" presStyleIdx="2" presStyleCnt="3">
        <dgm:presLayoutVars>
          <dgm:chMax val="1"/>
          <dgm:chPref val="1"/>
        </dgm:presLayoutVars>
      </dgm:prSet>
      <dgm:spPr/>
    </dgm:pt>
  </dgm:ptLst>
  <dgm:cxnLst>
    <dgm:cxn modelId="{2F5BFC01-A613-4704-A6B4-F0C40124EBB5}" srcId="{D5A17E84-4AA9-4799-A3E6-D61724608599}" destId="{520C931C-BD09-4F42-BCD3-5BA3F5784413}" srcOrd="2" destOrd="0" parTransId="{55AFB81D-774B-4400-B8BE-EE39F96D0098}" sibTransId="{FD7946B1-210F-4A92-9557-E667CECCDC59}"/>
    <dgm:cxn modelId="{D1A17F02-02B7-4B65-9941-FF12C4995AD6}" type="presOf" srcId="{01607036-32EF-43C3-9EA7-5187E4B4D4D4}" destId="{BB62CAFF-CF35-4FEE-B0A1-C22BFA085528}" srcOrd="0" destOrd="0" presId="urn:microsoft.com/office/officeart/2018/2/layout/IconLabelList"/>
    <dgm:cxn modelId="{CC8BF948-51BB-4170-B7B5-798D5241B75C}" type="presOf" srcId="{5589D792-07A9-4833-A7B5-E845899CFD70}" destId="{90220984-A0D0-4151-8012-C4E1D88BB4AB}" srcOrd="0" destOrd="0" presId="urn:microsoft.com/office/officeart/2018/2/layout/IconLabelList"/>
    <dgm:cxn modelId="{AC2ED399-BF67-4C81-8472-98C1ECA1697A}" type="presOf" srcId="{D5A17E84-4AA9-4799-A3E6-D61724608599}" destId="{912DD8D4-D123-4FA7-9A7D-A324DC48D433}" srcOrd="0" destOrd="0" presId="urn:microsoft.com/office/officeart/2018/2/layout/IconLabelList"/>
    <dgm:cxn modelId="{D7A05BE1-F95A-4B72-8D5E-7F2CA748BAFF}" type="presOf" srcId="{520C931C-BD09-4F42-BCD3-5BA3F5784413}" destId="{2199E86A-71CC-4776-95C2-EAAB0EA7E823}" srcOrd="0" destOrd="0" presId="urn:microsoft.com/office/officeart/2018/2/layout/IconLabelList"/>
    <dgm:cxn modelId="{85C33AE4-C58A-47AB-8374-DE6AE0B9FC50}" srcId="{D5A17E84-4AA9-4799-A3E6-D61724608599}" destId="{01607036-32EF-43C3-9EA7-5187E4B4D4D4}" srcOrd="0" destOrd="0" parTransId="{13CEF6E6-5756-45B8-944A-AE2EF241EB20}" sibTransId="{C9DD8874-AC61-4A94-9CFD-2BF73DAD169D}"/>
    <dgm:cxn modelId="{2D2156E7-8378-481A-9933-0C038BBC25F3}" srcId="{D5A17E84-4AA9-4799-A3E6-D61724608599}" destId="{5589D792-07A9-4833-A7B5-E845899CFD70}" srcOrd="1" destOrd="0" parTransId="{A6592A18-081F-420B-A040-171354FE17E9}" sibTransId="{EB10F77A-5B0D-4915-BCCC-1E0EB6BFD65F}"/>
    <dgm:cxn modelId="{91B74626-A4B9-4798-8123-4AD3C083BB9B}" type="presParOf" srcId="{912DD8D4-D123-4FA7-9A7D-A324DC48D433}" destId="{60697788-A0D7-4FEF-9BA3-400BBB60874A}" srcOrd="0" destOrd="0" presId="urn:microsoft.com/office/officeart/2018/2/layout/IconLabelList"/>
    <dgm:cxn modelId="{10B8ACB5-A109-44F4-9BBD-B739C18995BD}" type="presParOf" srcId="{60697788-A0D7-4FEF-9BA3-400BBB60874A}" destId="{8574E534-45A9-4E26-9045-909FE94E8BE2}" srcOrd="0" destOrd="0" presId="urn:microsoft.com/office/officeart/2018/2/layout/IconLabelList"/>
    <dgm:cxn modelId="{28342667-6828-448A-BCE1-C2E35989E3D6}" type="presParOf" srcId="{60697788-A0D7-4FEF-9BA3-400BBB60874A}" destId="{8999BD7B-53F8-43E1-A30C-BFE69A42ED42}" srcOrd="1" destOrd="0" presId="urn:microsoft.com/office/officeart/2018/2/layout/IconLabelList"/>
    <dgm:cxn modelId="{44A20ECC-0F0A-4D5A-BEFA-C7804BE637B1}" type="presParOf" srcId="{60697788-A0D7-4FEF-9BA3-400BBB60874A}" destId="{BB62CAFF-CF35-4FEE-B0A1-C22BFA085528}" srcOrd="2" destOrd="0" presId="urn:microsoft.com/office/officeart/2018/2/layout/IconLabelList"/>
    <dgm:cxn modelId="{E4330A63-DD18-44E2-8BC5-78D4C2C0937E}" type="presParOf" srcId="{912DD8D4-D123-4FA7-9A7D-A324DC48D433}" destId="{A3667DB8-FBA2-4A4E-992B-36AE337D1A74}" srcOrd="1" destOrd="0" presId="urn:microsoft.com/office/officeart/2018/2/layout/IconLabelList"/>
    <dgm:cxn modelId="{91C5502B-4FDB-4677-BF8D-586C819DE150}" type="presParOf" srcId="{912DD8D4-D123-4FA7-9A7D-A324DC48D433}" destId="{6FEF0589-EC9A-4A5A-9F9B-C4EDE5A74102}" srcOrd="2" destOrd="0" presId="urn:microsoft.com/office/officeart/2018/2/layout/IconLabelList"/>
    <dgm:cxn modelId="{A66F4B51-D975-4AAA-9CFC-1BCBBCFB32D5}" type="presParOf" srcId="{6FEF0589-EC9A-4A5A-9F9B-C4EDE5A74102}" destId="{33A5121E-7460-47D9-B389-74A0CE443938}" srcOrd="0" destOrd="0" presId="urn:microsoft.com/office/officeart/2018/2/layout/IconLabelList"/>
    <dgm:cxn modelId="{66C4EBD5-3DC2-4204-B641-093887E4F363}" type="presParOf" srcId="{6FEF0589-EC9A-4A5A-9F9B-C4EDE5A74102}" destId="{EA0E501E-2C8F-40E9-8431-F5918DA615B2}" srcOrd="1" destOrd="0" presId="urn:microsoft.com/office/officeart/2018/2/layout/IconLabelList"/>
    <dgm:cxn modelId="{2B33AFCA-0E8C-445E-888E-740A9FEDE58E}" type="presParOf" srcId="{6FEF0589-EC9A-4A5A-9F9B-C4EDE5A74102}" destId="{90220984-A0D0-4151-8012-C4E1D88BB4AB}" srcOrd="2" destOrd="0" presId="urn:microsoft.com/office/officeart/2018/2/layout/IconLabelList"/>
    <dgm:cxn modelId="{A642E2BD-2922-4E38-8728-B94ED8DE4BF2}" type="presParOf" srcId="{912DD8D4-D123-4FA7-9A7D-A324DC48D433}" destId="{6577D480-B258-4A84-83E4-E8686A6D3556}" srcOrd="3" destOrd="0" presId="urn:microsoft.com/office/officeart/2018/2/layout/IconLabelList"/>
    <dgm:cxn modelId="{85A414FB-A7E9-4899-9AE9-D519CF1AE7AB}" type="presParOf" srcId="{912DD8D4-D123-4FA7-9A7D-A324DC48D433}" destId="{ADC83B77-F586-4496-947B-745AB1AA2B82}" srcOrd="4" destOrd="0" presId="urn:microsoft.com/office/officeart/2018/2/layout/IconLabelList"/>
    <dgm:cxn modelId="{F6C9E122-F846-4C74-B1D5-2BD33DFDDA33}" type="presParOf" srcId="{ADC83B77-F586-4496-947B-745AB1AA2B82}" destId="{DC58AC38-BB75-4D75-B419-49F74FFD6FDC}" srcOrd="0" destOrd="0" presId="urn:microsoft.com/office/officeart/2018/2/layout/IconLabelList"/>
    <dgm:cxn modelId="{C7DB1C4C-8177-4025-A5D0-BF08BF7B487F}" type="presParOf" srcId="{ADC83B77-F586-4496-947B-745AB1AA2B82}" destId="{B73B6417-F020-4ADC-826D-55B40C43F3D5}" srcOrd="1" destOrd="0" presId="urn:microsoft.com/office/officeart/2018/2/layout/IconLabelList"/>
    <dgm:cxn modelId="{C73114E8-FEAB-4B8D-AC6E-EAE581610AA3}" type="presParOf" srcId="{ADC83B77-F586-4496-947B-745AB1AA2B82}" destId="{2199E86A-71CC-4776-95C2-EAAB0EA7E823}"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156581-D3A0-461C-A233-032562479D1C}">
      <dsp:nvSpPr>
        <dsp:cNvPr id="0" name=""/>
        <dsp:cNvSpPr/>
      </dsp:nvSpPr>
      <dsp:spPr>
        <a:xfrm>
          <a:off x="0" y="2288"/>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C1147C-EAB0-41CD-AC58-8FE534E9A5E8}">
      <dsp:nvSpPr>
        <dsp:cNvPr id="0" name=""/>
        <dsp:cNvSpPr/>
      </dsp:nvSpPr>
      <dsp:spPr>
        <a:xfrm>
          <a:off x="350852" y="263253"/>
          <a:ext cx="637913" cy="6379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B07F0DF-5692-454A-AFE3-8D4DD65B16BD}">
      <dsp:nvSpPr>
        <dsp:cNvPr id="0" name=""/>
        <dsp:cNvSpPr/>
      </dsp:nvSpPr>
      <dsp:spPr>
        <a:xfrm>
          <a:off x="1339618" y="2288"/>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100000"/>
            </a:lnSpc>
            <a:spcBef>
              <a:spcPct val="0"/>
            </a:spcBef>
            <a:spcAft>
              <a:spcPct val="35000"/>
            </a:spcAft>
            <a:buNone/>
          </a:pPr>
          <a:r>
            <a:rPr lang="en-US" sz="2200" kern="1200"/>
            <a:t>Simple Aviation Fuel Consumption logger.</a:t>
          </a:r>
        </a:p>
      </dsp:txBody>
      <dsp:txXfrm>
        <a:off x="1339618" y="2288"/>
        <a:ext cx="5024605" cy="1159843"/>
      </dsp:txXfrm>
    </dsp:sp>
    <dsp:sp modelId="{577E902D-EB9F-4ED2-86DB-8157F27F3DB5}">
      <dsp:nvSpPr>
        <dsp:cNvPr id="0" name=""/>
        <dsp:cNvSpPr/>
      </dsp:nvSpPr>
      <dsp:spPr>
        <a:xfrm>
          <a:off x="0" y="1452092"/>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4FE7D0-7967-4948-A04B-7B1DB4047294}">
      <dsp:nvSpPr>
        <dsp:cNvPr id="0" name=""/>
        <dsp:cNvSpPr/>
      </dsp:nvSpPr>
      <dsp:spPr>
        <a:xfrm>
          <a:off x="350852" y="1713057"/>
          <a:ext cx="637913" cy="6379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083813B-ECDE-4347-B2FC-AAEBC4FF200D}">
      <dsp:nvSpPr>
        <dsp:cNvPr id="0" name=""/>
        <dsp:cNvSpPr/>
      </dsp:nvSpPr>
      <dsp:spPr>
        <a:xfrm>
          <a:off x="1339618" y="1452092"/>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100000"/>
            </a:lnSpc>
            <a:spcBef>
              <a:spcPct val="0"/>
            </a:spcBef>
            <a:spcAft>
              <a:spcPct val="35000"/>
            </a:spcAft>
            <a:buNone/>
          </a:pPr>
          <a:r>
            <a:rPr lang="en-US" sz="2200" kern="1200"/>
            <a:t>Multiple Clients sending time and fuel information</a:t>
          </a:r>
        </a:p>
      </dsp:txBody>
      <dsp:txXfrm>
        <a:off x="1339618" y="1452092"/>
        <a:ext cx="5024605" cy="1159843"/>
      </dsp:txXfrm>
    </dsp:sp>
    <dsp:sp modelId="{1C728BAF-EB91-4EFE-80A1-FEA1CA285CF9}">
      <dsp:nvSpPr>
        <dsp:cNvPr id="0" name=""/>
        <dsp:cNvSpPr/>
      </dsp:nvSpPr>
      <dsp:spPr>
        <a:xfrm>
          <a:off x="0" y="2901896"/>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0A3411-1EFE-4D87-B24D-5997F8FAB865}">
      <dsp:nvSpPr>
        <dsp:cNvPr id="0" name=""/>
        <dsp:cNvSpPr/>
      </dsp:nvSpPr>
      <dsp:spPr>
        <a:xfrm>
          <a:off x="350852" y="3162861"/>
          <a:ext cx="637913" cy="6379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B2D2F1-2AD9-4AC1-A3D5-68E550D8E7C5}">
      <dsp:nvSpPr>
        <dsp:cNvPr id="0" name=""/>
        <dsp:cNvSpPr/>
      </dsp:nvSpPr>
      <dsp:spPr>
        <a:xfrm>
          <a:off x="1339618" y="2901896"/>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100000"/>
            </a:lnSpc>
            <a:spcBef>
              <a:spcPct val="0"/>
            </a:spcBef>
            <a:spcAft>
              <a:spcPct val="35000"/>
            </a:spcAft>
            <a:buNone/>
          </a:pPr>
          <a:r>
            <a:rPr lang="en-US" sz="2200" kern="1200"/>
            <a:t>Server Calculates Fuel efficiency</a:t>
          </a:r>
        </a:p>
      </dsp:txBody>
      <dsp:txXfrm>
        <a:off x="1339618" y="2901896"/>
        <a:ext cx="5024605" cy="1159843"/>
      </dsp:txXfrm>
    </dsp:sp>
    <dsp:sp modelId="{033A6D3B-AFE1-4016-A2FD-3D1914D48963}">
      <dsp:nvSpPr>
        <dsp:cNvPr id="0" name=""/>
        <dsp:cNvSpPr/>
      </dsp:nvSpPr>
      <dsp:spPr>
        <a:xfrm>
          <a:off x="0" y="4351700"/>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FFA7E1-5AD6-4B5A-89CF-387ECD16CEFB}">
      <dsp:nvSpPr>
        <dsp:cNvPr id="0" name=""/>
        <dsp:cNvSpPr/>
      </dsp:nvSpPr>
      <dsp:spPr>
        <a:xfrm>
          <a:off x="350852" y="4612665"/>
          <a:ext cx="637913" cy="6379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020EB8F-E493-4A3C-A72B-E1DDDD09C711}">
      <dsp:nvSpPr>
        <dsp:cNvPr id="0" name=""/>
        <dsp:cNvSpPr/>
      </dsp:nvSpPr>
      <dsp:spPr>
        <a:xfrm>
          <a:off x="1339618" y="4351700"/>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100000"/>
            </a:lnSpc>
            <a:spcBef>
              <a:spcPct val="0"/>
            </a:spcBef>
            <a:spcAft>
              <a:spcPct val="35000"/>
            </a:spcAft>
            <a:buNone/>
          </a:pPr>
          <a:r>
            <a:rPr lang="en-US" sz="2200" kern="1200"/>
            <a:t>Average Fuel Efficiency is logged server side.</a:t>
          </a:r>
        </a:p>
      </dsp:txBody>
      <dsp:txXfrm>
        <a:off x="1339618" y="4351700"/>
        <a:ext cx="5024605" cy="11598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426922-6521-4D43-B69F-BE1AF571643E}">
      <dsp:nvSpPr>
        <dsp:cNvPr id="0" name=""/>
        <dsp:cNvSpPr/>
      </dsp:nvSpPr>
      <dsp:spPr>
        <a:xfrm>
          <a:off x="0" y="190836"/>
          <a:ext cx="6364224" cy="1179359"/>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kern="1200"/>
            <a:t>Windows 11</a:t>
          </a:r>
        </a:p>
      </dsp:txBody>
      <dsp:txXfrm>
        <a:off x="57572" y="248408"/>
        <a:ext cx="6249080" cy="1064215"/>
      </dsp:txXfrm>
    </dsp:sp>
    <dsp:sp modelId="{0AE1D543-A92F-44E3-8E64-0C17B810C219}">
      <dsp:nvSpPr>
        <dsp:cNvPr id="0" name=""/>
        <dsp:cNvSpPr/>
      </dsp:nvSpPr>
      <dsp:spPr>
        <a:xfrm>
          <a:off x="0" y="1508436"/>
          <a:ext cx="6364224" cy="1179359"/>
        </a:xfrm>
        <a:prstGeom prst="roundRect">
          <a:avLst/>
        </a:prstGeom>
        <a:solidFill>
          <a:schemeClr val="accent5">
            <a:hueOff val="-4050717"/>
            <a:satOff val="-275"/>
            <a:lumOff val="65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kern="1200" dirty="0"/>
            <a:t>Visual Enterprise 2022</a:t>
          </a:r>
        </a:p>
      </dsp:txBody>
      <dsp:txXfrm>
        <a:off x="57572" y="1566008"/>
        <a:ext cx="6249080" cy="1064215"/>
      </dsp:txXfrm>
    </dsp:sp>
    <dsp:sp modelId="{541E6534-50D7-462A-9B29-79B6F41000AF}">
      <dsp:nvSpPr>
        <dsp:cNvPr id="0" name=""/>
        <dsp:cNvSpPr/>
      </dsp:nvSpPr>
      <dsp:spPr>
        <a:xfrm>
          <a:off x="0" y="2826036"/>
          <a:ext cx="6364224" cy="1179359"/>
        </a:xfrm>
        <a:prstGeom prst="roundRect">
          <a:avLst/>
        </a:prstGeom>
        <a:solidFill>
          <a:schemeClr val="accent5">
            <a:hueOff val="-8101434"/>
            <a:satOff val="-551"/>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kern="1200"/>
            <a:t>Windows Console</a:t>
          </a:r>
        </a:p>
      </dsp:txBody>
      <dsp:txXfrm>
        <a:off x="57572" y="2883608"/>
        <a:ext cx="6249080" cy="1064215"/>
      </dsp:txXfrm>
    </dsp:sp>
    <dsp:sp modelId="{37EB00E5-E41F-42E0-A2CB-65BC44D9F59F}">
      <dsp:nvSpPr>
        <dsp:cNvPr id="0" name=""/>
        <dsp:cNvSpPr/>
      </dsp:nvSpPr>
      <dsp:spPr>
        <a:xfrm>
          <a:off x="0" y="4143636"/>
          <a:ext cx="6364224" cy="1179359"/>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kern="1200"/>
            <a:t>Windows Batch Files</a:t>
          </a:r>
        </a:p>
      </dsp:txBody>
      <dsp:txXfrm>
        <a:off x="57572" y="4201208"/>
        <a:ext cx="6249080" cy="10642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0EF05E-3815-4321-877B-C7D2483D49CE}">
      <dsp:nvSpPr>
        <dsp:cNvPr id="0" name=""/>
        <dsp:cNvSpPr/>
      </dsp:nvSpPr>
      <dsp:spPr>
        <a:xfrm>
          <a:off x="0" y="194526"/>
          <a:ext cx="6900512" cy="1636976"/>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kern="1200" dirty="0"/>
            <a:t>4 Test</a:t>
          </a:r>
        </a:p>
      </dsp:txBody>
      <dsp:txXfrm>
        <a:off x="79911" y="274437"/>
        <a:ext cx="6740690" cy="1477154"/>
      </dsp:txXfrm>
    </dsp:sp>
    <dsp:sp modelId="{4BEF854F-CCE6-4CDB-8DA8-EAA77B593209}">
      <dsp:nvSpPr>
        <dsp:cNvPr id="0" name=""/>
        <dsp:cNvSpPr/>
      </dsp:nvSpPr>
      <dsp:spPr>
        <a:xfrm>
          <a:off x="0" y="1949582"/>
          <a:ext cx="6900512" cy="1636976"/>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kern="1200"/>
            <a:t>.txt documents containing dateTime and remaining fuel</a:t>
          </a:r>
        </a:p>
      </dsp:txBody>
      <dsp:txXfrm>
        <a:off x="79911" y="2029493"/>
        <a:ext cx="6740690" cy="1477154"/>
      </dsp:txXfrm>
    </dsp:sp>
    <dsp:sp modelId="{26E356D1-6EFD-484E-BA38-257F28FA2BDB}">
      <dsp:nvSpPr>
        <dsp:cNvPr id="0" name=""/>
        <dsp:cNvSpPr/>
      </dsp:nvSpPr>
      <dsp:spPr>
        <a:xfrm>
          <a:off x="0" y="3704638"/>
          <a:ext cx="6900512" cy="1636976"/>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kern="1200"/>
            <a:t>Clients pick random file after connecting to server</a:t>
          </a:r>
        </a:p>
      </dsp:txBody>
      <dsp:txXfrm>
        <a:off x="79911" y="3784549"/>
        <a:ext cx="6740690" cy="147715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74E534-45A9-4E26-9045-909FE94E8BE2}">
      <dsp:nvSpPr>
        <dsp:cNvPr id="0" name=""/>
        <dsp:cNvSpPr/>
      </dsp:nvSpPr>
      <dsp:spPr>
        <a:xfrm>
          <a:off x="1212569" y="987197"/>
          <a:ext cx="1300252" cy="13002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62CAFF-CF35-4FEE-B0A1-C22BFA085528}">
      <dsp:nvSpPr>
        <dsp:cNvPr id="0" name=""/>
        <dsp:cNvSpPr/>
      </dsp:nvSpPr>
      <dsp:spPr>
        <a:xfrm>
          <a:off x="417971"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Load Testing: 75-300 Clients</a:t>
          </a:r>
        </a:p>
      </dsp:txBody>
      <dsp:txXfrm>
        <a:off x="417971" y="2644140"/>
        <a:ext cx="2889450" cy="720000"/>
      </dsp:txXfrm>
    </dsp:sp>
    <dsp:sp modelId="{33A5121E-7460-47D9-B389-74A0CE443938}">
      <dsp:nvSpPr>
        <dsp:cNvPr id="0" name=""/>
        <dsp:cNvSpPr/>
      </dsp:nvSpPr>
      <dsp:spPr>
        <a:xfrm>
          <a:off x="4607673" y="987197"/>
          <a:ext cx="1300252" cy="13002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220984-A0D0-4151-8012-C4E1D88BB4AB}">
      <dsp:nvSpPr>
        <dsp:cNvPr id="0" name=""/>
        <dsp:cNvSpPr/>
      </dsp:nvSpPr>
      <dsp:spPr>
        <a:xfrm>
          <a:off x="3813075"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Endurance Testing: 100 Clients every 250s</a:t>
          </a:r>
        </a:p>
      </dsp:txBody>
      <dsp:txXfrm>
        <a:off x="3813075" y="2644140"/>
        <a:ext cx="2889450" cy="720000"/>
      </dsp:txXfrm>
    </dsp:sp>
    <dsp:sp modelId="{DC58AC38-BB75-4D75-B419-49F74FFD6FDC}">
      <dsp:nvSpPr>
        <dsp:cNvPr id="0" name=""/>
        <dsp:cNvSpPr/>
      </dsp:nvSpPr>
      <dsp:spPr>
        <a:xfrm>
          <a:off x="8002777" y="987197"/>
          <a:ext cx="1300252" cy="13002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99E86A-71CC-4776-95C2-EAAB0EA7E823}">
      <dsp:nvSpPr>
        <dsp:cNvPr id="0" name=""/>
        <dsp:cNvSpPr/>
      </dsp:nvSpPr>
      <dsp:spPr>
        <a:xfrm>
          <a:off x="7208178"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Crash Testing: 200 Clients</a:t>
          </a:r>
        </a:p>
      </dsp:txBody>
      <dsp:txXfrm>
        <a:off x="7208178" y="2644140"/>
        <a:ext cx="288945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E5D42A-EF2F-43A3-911C-830A636B72B7}" type="datetimeFigureOut">
              <a:t>11/27/2025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649415-41E3-47AD-8B44-3F64F6249D5B}" type="slidenum">
              <a:t>‹#›</a:t>
            </a:fld>
            <a:endParaRPr lang="en-US"/>
          </a:p>
        </p:txBody>
      </p:sp>
    </p:spTree>
    <p:extLst>
      <p:ext uri="{BB962C8B-B14F-4D97-AF65-F5344CB8AC3E}">
        <p14:creationId xmlns:p14="http://schemas.microsoft.com/office/powerpoint/2010/main" val="2288765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5A649415-41E3-47AD-8B44-3F64F6249D5B}" type="slidenum">
              <a:rPr lang="en-CA" smtClean="0"/>
              <a:t>2</a:t>
            </a:fld>
            <a:endParaRPr lang="en-CA"/>
          </a:p>
        </p:txBody>
      </p:sp>
    </p:spTree>
    <p:extLst>
      <p:ext uri="{BB962C8B-B14F-4D97-AF65-F5344CB8AC3E}">
        <p14:creationId xmlns:p14="http://schemas.microsoft.com/office/powerpoint/2010/main" val="26374577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Load Test 2, we pushed the server by running 300 clients all at once. This was way more than before. Thanks to the thread pool, the CPU stayed super steady, so no crazy spikes or crashes. and The server handled the pressure well. Most of the CPU work came from basic stuff like sending and receiving data and writing to the log file, which is exactly what we wanted. Overall, this test showed the new setup was solid and ready for heavier loads.</a:t>
            </a:r>
          </a:p>
        </p:txBody>
      </p:sp>
      <p:sp>
        <p:nvSpPr>
          <p:cNvPr id="4" name="Slide Number Placeholder 3"/>
          <p:cNvSpPr>
            <a:spLocks noGrp="1"/>
          </p:cNvSpPr>
          <p:nvPr>
            <p:ph type="sldNum" sz="quarter" idx="5"/>
          </p:nvPr>
        </p:nvSpPr>
        <p:spPr/>
        <p:txBody>
          <a:bodyPr/>
          <a:lstStyle/>
          <a:p>
            <a:fld id="{5A649415-41E3-47AD-8B44-3F64F6249D5B}" type="slidenum">
              <a:t>13</a:t>
            </a:fld>
            <a:endParaRPr lang="en-US"/>
          </a:p>
        </p:txBody>
      </p:sp>
    </p:spTree>
    <p:extLst>
      <p:ext uri="{BB962C8B-B14F-4D97-AF65-F5344CB8AC3E}">
        <p14:creationId xmlns:p14="http://schemas.microsoft.com/office/powerpoint/2010/main" val="24526946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C827C-7F1A-BF18-44FB-A71F6EB7FC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5075D1-5041-1135-DD2F-949C1F7A7C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37131C-F451-B33E-D408-40D194AC7DBD}"/>
              </a:ext>
            </a:extLst>
          </p:cNvPr>
          <p:cNvSpPr>
            <a:spLocks noGrp="1"/>
          </p:cNvSpPr>
          <p:nvPr>
            <p:ph type="body" idx="1"/>
          </p:nvPr>
        </p:nvSpPr>
        <p:spPr/>
        <p:txBody>
          <a:bodyPr/>
          <a:lstStyle/>
          <a:p>
            <a:r>
              <a:rPr lang="en-US"/>
              <a:t>For endurance testing, we ran everything for over an hour straight to check long-term performance. The memory usage slowly went up as expected, then stayed stable around 3MB. We didn’t see any leaks or spikes, which means the server was cleaning up properly and not holding onto anything it didn’t need. This shows the server can run for a long time without eating up memory or crashing.</a:t>
            </a:r>
          </a:p>
        </p:txBody>
      </p:sp>
      <p:sp>
        <p:nvSpPr>
          <p:cNvPr id="4" name="Slide Number Placeholder 3">
            <a:extLst>
              <a:ext uri="{FF2B5EF4-FFF2-40B4-BE49-F238E27FC236}">
                <a16:creationId xmlns:a16="http://schemas.microsoft.com/office/drawing/2014/main" id="{213B05B5-DF3C-5A9D-9EC5-80812817E915}"/>
              </a:ext>
            </a:extLst>
          </p:cNvPr>
          <p:cNvSpPr>
            <a:spLocks noGrp="1"/>
          </p:cNvSpPr>
          <p:nvPr>
            <p:ph type="sldNum" sz="quarter" idx="5"/>
          </p:nvPr>
        </p:nvSpPr>
        <p:spPr/>
        <p:txBody>
          <a:bodyPr/>
          <a:lstStyle/>
          <a:p>
            <a:fld id="{5A649415-41E3-47AD-8B44-3F64F6249D5B}" type="slidenum">
              <a:t>15</a:t>
            </a:fld>
            <a:endParaRPr lang="en-US"/>
          </a:p>
        </p:txBody>
      </p:sp>
    </p:spTree>
    <p:extLst>
      <p:ext uri="{BB962C8B-B14F-4D97-AF65-F5344CB8AC3E}">
        <p14:creationId xmlns:p14="http://schemas.microsoft.com/office/powerpoint/2010/main" val="13376823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32A33-2102-7674-3654-6AA0B8768C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0B42D6-2371-F4CE-7BAE-F3B1E24F5F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ACD4F-ADE3-7005-2C44-59A4005314C7}"/>
              </a:ext>
            </a:extLst>
          </p:cNvPr>
          <p:cNvSpPr>
            <a:spLocks noGrp="1"/>
          </p:cNvSpPr>
          <p:nvPr>
            <p:ph type="body" idx="1"/>
          </p:nvPr>
        </p:nvSpPr>
        <p:spPr/>
        <p:txBody>
          <a:bodyPr/>
          <a:lstStyle/>
          <a:p>
            <a:r>
              <a:rPr lang="en-US"/>
              <a:t>While the test was running, we kept an eye on the CPU too. It stayed really low, usually under 15%, which is great considering the server was constantly talking to all the clients. The thread pool helped spread the work out nicely. and Most of the CPU time went into networking and logging, which is exactly what the server should be doing.</a:t>
            </a:r>
          </a:p>
        </p:txBody>
      </p:sp>
      <p:sp>
        <p:nvSpPr>
          <p:cNvPr id="4" name="Slide Number Placeholder 3">
            <a:extLst>
              <a:ext uri="{FF2B5EF4-FFF2-40B4-BE49-F238E27FC236}">
                <a16:creationId xmlns:a16="http://schemas.microsoft.com/office/drawing/2014/main" id="{AED885A7-F8B3-75A2-F484-1744CAD1AE2E}"/>
              </a:ext>
            </a:extLst>
          </p:cNvPr>
          <p:cNvSpPr>
            <a:spLocks noGrp="1"/>
          </p:cNvSpPr>
          <p:nvPr>
            <p:ph type="sldNum" sz="quarter" idx="5"/>
          </p:nvPr>
        </p:nvSpPr>
        <p:spPr/>
        <p:txBody>
          <a:bodyPr/>
          <a:lstStyle/>
          <a:p>
            <a:fld id="{5A649415-41E3-47AD-8B44-3F64F6249D5B}" type="slidenum">
              <a:t>16</a:t>
            </a:fld>
            <a:endParaRPr lang="en-US"/>
          </a:p>
        </p:txBody>
      </p:sp>
    </p:spTree>
    <p:extLst>
      <p:ext uri="{BB962C8B-B14F-4D97-AF65-F5344CB8AC3E}">
        <p14:creationId xmlns:p14="http://schemas.microsoft.com/office/powerpoint/2010/main" val="33269509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88233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939533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603299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416340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728636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907156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064742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2241268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056732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530773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225533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C764DE79-268F-4C1A-8933-263129D2AF90}" type="datetimeFigureOut">
              <a:rPr lang="en-US" dirty="0"/>
              <a:t>11/27/2025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2114300311"/>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Client Server Project</a:t>
            </a:r>
          </a:p>
        </p:txBody>
      </p:sp>
      <p:sp>
        <p:nvSpPr>
          <p:cNvPr id="3" name="Subtitle 2"/>
          <p:cNvSpPr>
            <a:spLocks noGrp="1"/>
          </p:cNvSpPr>
          <p:nvPr>
            <p:ph type="subTitle" idx="1"/>
          </p:nvPr>
        </p:nvSpPr>
        <p:spPr>
          <a:xfrm>
            <a:off x="1524000" y="4249019"/>
            <a:ext cx="9144000" cy="1655762"/>
          </a:xfrm>
        </p:spPr>
        <p:txBody>
          <a:bodyPr vert="horz" lIns="91440" tIns="45720" rIns="91440" bIns="45720" rtlCol="0" anchor="t">
            <a:normAutofit lnSpcReduction="10000"/>
          </a:bodyPr>
          <a:lstStyle/>
          <a:p>
            <a:r>
              <a:rPr lang="en-US"/>
              <a:t>Muhammad Asim, Nick </a:t>
            </a:r>
            <a:r>
              <a:rPr lang="en-US" err="1"/>
              <a:t>Packull</a:t>
            </a:r>
            <a:r>
              <a:rPr lang="en-US"/>
              <a:t>-Mccormick, Ali Mardini, Umang Mohini, Aleks </a:t>
            </a:r>
            <a:r>
              <a:rPr lang="en-US" err="1"/>
              <a:t>Grujicic</a:t>
            </a:r>
          </a:p>
          <a:p>
            <a:endParaRPr lang="en-US"/>
          </a:p>
          <a:p>
            <a:r>
              <a:rPr lang="en-US"/>
              <a:t>CSCN73060</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733FF4-2D8A-5129-D2C2-295FA063060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C5A9CD8-0076-614D-5013-27A5C204C23B}"/>
              </a:ext>
            </a:extLst>
          </p:cNvPr>
          <p:cNvSpPr>
            <a:spLocks noGrp="1"/>
          </p:cNvSpPr>
          <p:nvPr>
            <p:ph type="title"/>
          </p:nvPr>
        </p:nvSpPr>
        <p:spPr>
          <a:xfrm>
            <a:off x="621792" y="1161288"/>
            <a:ext cx="3602736" cy="4526280"/>
          </a:xfrm>
        </p:spPr>
        <p:txBody>
          <a:bodyPr>
            <a:normAutofit/>
          </a:bodyPr>
          <a:lstStyle/>
          <a:p>
            <a:r>
              <a:rPr lang="en-US" sz="4000" dirty="0"/>
              <a:t>Project Design</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C43F7758-5D1E-779B-5CF3-0A3CD0164A3B}"/>
              </a:ext>
            </a:extLst>
          </p:cNvPr>
          <p:cNvGraphicFramePr>
            <a:graphicFrameLocks noGrp="1"/>
          </p:cNvGraphicFramePr>
          <p:nvPr>
            <p:ph idx="1"/>
            <p:extLst>
              <p:ext uri="{D42A27DB-BD31-4B8C-83A1-F6EECF244321}">
                <p14:modId xmlns:p14="http://schemas.microsoft.com/office/powerpoint/2010/main" val="218123631"/>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8321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6BCBDC7-C840-CEA2-2871-967D963F029F}"/>
              </a:ext>
            </a:extLst>
          </p:cNvPr>
          <p:cNvSpPr>
            <a:spLocks noGrp="1"/>
          </p:cNvSpPr>
          <p:nvPr>
            <p:ph type="title"/>
          </p:nvPr>
        </p:nvSpPr>
        <p:spPr>
          <a:xfrm>
            <a:off x="621792" y="1161288"/>
            <a:ext cx="3602736" cy="4526280"/>
          </a:xfrm>
        </p:spPr>
        <p:txBody>
          <a:bodyPr>
            <a:normAutofit/>
          </a:bodyPr>
          <a:lstStyle/>
          <a:p>
            <a:r>
              <a:rPr lang="en-US" sz="4000" dirty="0"/>
              <a:t>Testing System</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E49ED64C-A1D6-7587-8808-3047E8A4F5DB}"/>
              </a:ext>
            </a:extLst>
          </p:cNvPr>
          <p:cNvGraphicFramePr>
            <a:graphicFrameLocks noGrp="1"/>
          </p:cNvGraphicFramePr>
          <p:nvPr>
            <p:ph idx="1"/>
            <p:extLst>
              <p:ext uri="{D42A27DB-BD31-4B8C-83A1-F6EECF244321}">
                <p14:modId xmlns:p14="http://schemas.microsoft.com/office/powerpoint/2010/main" val="665711076"/>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03933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7BE7C5-304D-A31B-D3E9-B487301527EA}"/>
              </a:ext>
            </a:extLst>
          </p:cNvPr>
          <p:cNvSpPr>
            <a:spLocks noGrp="1"/>
          </p:cNvSpPr>
          <p:nvPr>
            <p:ph type="title"/>
          </p:nvPr>
        </p:nvSpPr>
        <p:spPr>
          <a:xfrm>
            <a:off x="635000" y="640823"/>
            <a:ext cx="3418659" cy="5583148"/>
          </a:xfrm>
        </p:spPr>
        <p:txBody>
          <a:bodyPr anchor="ctr">
            <a:normAutofit/>
          </a:bodyPr>
          <a:lstStyle/>
          <a:p>
            <a:r>
              <a:rPr lang="en-US" sz="5400"/>
              <a:t>Test Files</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9155D2BA-E0EF-D468-187C-DBC251C5A456}"/>
              </a:ext>
            </a:extLst>
          </p:cNvPr>
          <p:cNvGraphicFramePr>
            <a:graphicFrameLocks noGrp="1"/>
          </p:cNvGraphicFramePr>
          <p:nvPr>
            <p:ph idx="1"/>
            <p:extLst>
              <p:ext uri="{D42A27DB-BD31-4B8C-83A1-F6EECF244321}">
                <p14:modId xmlns:p14="http://schemas.microsoft.com/office/powerpoint/2010/main" val="1606337066"/>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3228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F2BB5-389E-43B1-9C12-1A362744DB3D}"/>
              </a:ext>
            </a:extLst>
          </p:cNvPr>
          <p:cNvSpPr>
            <a:spLocks noGrp="1"/>
          </p:cNvSpPr>
          <p:nvPr>
            <p:ph type="title"/>
          </p:nvPr>
        </p:nvSpPr>
        <p:spPr/>
        <p:txBody>
          <a:bodyPr/>
          <a:lstStyle/>
          <a:p>
            <a:r>
              <a:rPr lang="en-US" dirty="0"/>
              <a:t>Clients per Test</a:t>
            </a:r>
          </a:p>
        </p:txBody>
      </p:sp>
      <p:graphicFrame>
        <p:nvGraphicFramePr>
          <p:cNvPr id="5" name="Content Placeholder 2">
            <a:extLst>
              <a:ext uri="{FF2B5EF4-FFF2-40B4-BE49-F238E27FC236}">
                <a16:creationId xmlns:a16="http://schemas.microsoft.com/office/drawing/2014/main" id="{A7813EDF-1284-A09B-D77D-973BD052E540}"/>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333209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Lifting crane">
            <a:extLst>
              <a:ext uri="{FF2B5EF4-FFF2-40B4-BE49-F238E27FC236}">
                <a16:creationId xmlns:a16="http://schemas.microsoft.com/office/drawing/2014/main" id="{B212A89F-5475-8FD4-5B83-606012678292}"/>
              </a:ext>
            </a:extLst>
          </p:cNvPr>
          <p:cNvPicPr>
            <a:picLocks noChangeAspect="1"/>
          </p:cNvPicPr>
          <p:nvPr/>
        </p:nvPicPr>
        <p:blipFill>
          <a:blip r:embed="rId2"/>
          <a:srcRect t="15243" r="-2" b="-2"/>
          <a:stretch/>
        </p:blipFill>
        <p:spPr>
          <a:xfrm>
            <a:off x="20" y="-7619"/>
            <a:ext cx="12191979" cy="6887364"/>
          </a:xfrm>
          <a:prstGeom prst="rect">
            <a:avLst/>
          </a:prstGeom>
        </p:spPr>
      </p:pic>
      <p:sp>
        <p:nvSpPr>
          <p:cNvPr id="9" name="Rectangle 8">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20"/>
            <a:ext cx="5566593" cy="6887364"/>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4067CD3-146F-6228-E362-39AA720C2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63442" y="855815"/>
            <a:ext cx="6887365" cy="5160474"/>
          </a:xfrm>
          <a:prstGeom prst="rect">
            <a:avLst/>
          </a:prstGeom>
          <a:gradFill flip="none" rotWithShape="1">
            <a:gsLst>
              <a:gs pos="0">
                <a:schemeClr val="accent5">
                  <a:lumMod val="75000"/>
                  <a:alpha val="91000"/>
                </a:schemeClr>
              </a:gs>
              <a:gs pos="83000">
                <a:schemeClr val="accent5">
                  <a:alpha val="0"/>
                </a:schemeClr>
              </a:gs>
            </a:gsLst>
            <a:lin ang="51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271C7E5C-A0F8-E9FA-56DB-31A257FD4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7648"/>
            <a:ext cx="2079513" cy="6865647"/>
          </a:xfrm>
          <a:prstGeom prst="rect">
            <a:avLst/>
          </a:prstGeom>
          <a:gradFill flip="none" rotWithShape="1">
            <a:gsLst>
              <a:gs pos="5000">
                <a:schemeClr val="accent5"/>
              </a:gs>
              <a:gs pos="49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3F70A3C-4474-2A39-470C-FD55A88375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706777" y="3068761"/>
            <a:ext cx="4504659" cy="3789239"/>
          </a:xfrm>
          <a:prstGeom prst="rect">
            <a:avLst/>
          </a:prstGeom>
          <a:gradFill flip="none" rotWithShape="1">
            <a:gsLst>
              <a:gs pos="0">
                <a:schemeClr val="accent5"/>
              </a:gs>
              <a:gs pos="60000">
                <a:schemeClr val="accent5">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BAC3F7D4-9613-0E1F-901C-98FE831DE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774557" y="-6485"/>
            <a:ext cx="3427160" cy="6879745"/>
          </a:xfrm>
          <a:prstGeom prst="rect">
            <a:avLst/>
          </a:prstGeom>
          <a:gradFill flip="none" rotWithShape="1">
            <a:gsLst>
              <a:gs pos="5000">
                <a:schemeClr val="accent2"/>
              </a:gs>
              <a:gs pos="49000">
                <a:schemeClr val="accent5">
                  <a:lumMod val="60000"/>
                  <a:lumOff val="40000"/>
                  <a:alpha val="0"/>
                </a:scheme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FD5167C-AF48-26F0-7A9F-3F7643374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64705" y="-1061856"/>
            <a:ext cx="3682024" cy="12211438"/>
          </a:xfrm>
          <a:prstGeom prst="rect">
            <a:avLst/>
          </a:prstGeom>
          <a:gradFill>
            <a:gsLst>
              <a:gs pos="0">
                <a:schemeClr val="accent5"/>
              </a:gs>
              <a:gs pos="65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7B30A01-FCA8-86A5-A840-C32A3BE2E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 y="-7639"/>
            <a:ext cx="4879823" cy="6887373"/>
          </a:xfrm>
          <a:prstGeom prst="rect">
            <a:avLst/>
          </a:prstGeom>
          <a:gradFill>
            <a:gsLst>
              <a:gs pos="0">
                <a:schemeClr val="accent2">
                  <a:alpha val="70000"/>
                </a:schemeClr>
              </a:gs>
              <a:gs pos="44000">
                <a:schemeClr val="accent5">
                  <a:lumMod val="60000"/>
                  <a:lumOff val="40000"/>
                  <a:alpha val="0"/>
                </a:schemeClr>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96BCEA-C65E-8BAC-15B2-F85FA4BF2E79}"/>
              </a:ext>
            </a:extLst>
          </p:cNvPr>
          <p:cNvSpPr>
            <a:spLocks noGrp="1"/>
          </p:cNvSpPr>
          <p:nvPr>
            <p:ph type="title"/>
          </p:nvPr>
        </p:nvSpPr>
        <p:spPr>
          <a:xfrm>
            <a:off x="859028" y="2155188"/>
            <a:ext cx="4160233" cy="2839273"/>
          </a:xfrm>
        </p:spPr>
        <p:txBody>
          <a:bodyPr vert="horz" lIns="91440" tIns="45720" rIns="91440" bIns="45720" rtlCol="0" anchor="b">
            <a:normAutofit/>
          </a:bodyPr>
          <a:lstStyle/>
          <a:p>
            <a:r>
              <a:rPr lang="en-US" sz="4000" dirty="0">
                <a:solidFill>
                  <a:srgbClr val="FFFFFF"/>
                </a:solidFill>
                <a:highlight>
                  <a:srgbClr val="FFFF00"/>
                </a:highlight>
              </a:rPr>
              <a:t>Lo</a:t>
            </a:r>
            <a:r>
              <a:rPr lang="en-US" sz="4000" dirty="0">
                <a:solidFill>
                  <a:srgbClr val="FFFFFF"/>
                </a:solidFill>
              </a:rPr>
              <a:t>ad Test Demonstration</a:t>
            </a:r>
          </a:p>
        </p:txBody>
      </p:sp>
      <p:sp>
        <p:nvSpPr>
          <p:cNvPr id="3" name="Text Placeholder 2">
            <a:extLst>
              <a:ext uri="{FF2B5EF4-FFF2-40B4-BE49-F238E27FC236}">
                <a16:creationId xmlns:a16="http://schemas.microsoft.com/office/drawing/2014/main" id="{E9D20723-CA2D-41E9-F1AA-D55055D4FC80}"/>
              </a:ext>
            </a:extLst>
          </p:cNvPr>
          <p:cNvSpPr>
            <a:spLocks noGrp="1"/>
          </p:cNvSpPr>
          <p:nvPr>
            <p:ph type="body" idx="1"/>
          </p:nvPr>
        </p:nvSpPr>
        <p:spPr>
          <a:xfrm>
            <a:off x="859028" y="5166367"/>
            <a:ext cx="4160233" cy="850998"/>
          </a:xfrm>
        </p:spPr>
        <p:txBody>
          <a:bodyPr vert="horz" lIns="91440" tIns="45720" rIns="91440" bIns="45720" rtlCol="0">
            <a:normAutofit/>
          </a:bodyPr>
          <a:lstStyle/>
          <a:p>
            <a:endParaRPr lang="en-US" sz="2000">
              <a:solidFill>
                <a:srgbClr val="FFFFFF"/>
              </a:solidFill>
            </a:endParaRPr>
          </a:p>
        </p:txBody>
      </p:sp>
    </p:spTree>
    <p:extLst>
      <p:ext uri="{BB962C8B-B14F-4D97-AF65-F5344CB8AC3E}">
        <p14:creationId xmlns:p14="http://schemas.microsoft.com/office/powerpoint/2010/main" val="2855857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CA0C25-48BC-F0F5-B525-236AD1F24B7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1080D0E-7D0D-4F3F-E798-1405CC4A26EE}"/>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Performance Testing Results</a:t>
            </a:r>
          </a:p>
        </p:txBody>
      </p:sp>
      <p:sp>
        <p:nvSpPr>
          <p:cNvPr id="3" name="Text Placeholder 2">
            <a:extLst>
              <a:ext uri="{FF2B5EF4-FFF2-40B4-BE49-F238E27FC236}">
                <a16:creationId xmlns:a16="http://schemas.microsoft.com/office/drawing/2014/main" id="{8DB2F027-D91F-2A07-EE21-2FC2ACA440C1}"/>
              </a:ext>
            </a:extLst>
          </p:cNvPr>
          <p:cNvSpPr>
            <a:spLocks noGrp="1"/>
          </p:cNvSpPr>
          <p:nvPr>
            <p:ph type="body" idx="1"/>
          </p:nvPr>
        </p:nvSpPr>
        <p:spPr>
          <a:xfrm>
            <a:off x="1966912" y="5645150"/>
            <a:ext cx="8258176" cy="631825"/>
          </a:xfrm>
        </p:spPr>
        <p:txBody>
          <a:bodyPr vert="horz" lIns="91440" tIns="45720" rIns="91440" bIns="45720" rtlCol="0" anchor="ctr">
            <a:normAutofit/>
          </a:bodyPr>
          <a:lstStyle/>
          <a:p>
            <a:pPr algn="ctr"/>
            <a:endParaRPr lang="en-US" sz="2800" kern="1200">
              <a:solidFill>
                <a:schemeClr val="tx1"/>
              </a:solidFill>
              <a:latin typeface="+mn-lt"/>
              <a:ea typeface="+mn-ea"/>
              <a:cs typeface="+mn-cs"/>
            </a:endParaRPr>
          </a:p>
        </p:txBody>
      </p:sp>
      <p:sp>
        <p:nvSpPr>
          <p:cNvPr id="14"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4595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3B47FC9C-2ED3-4100-A4EF-E8CDFEE10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CB959C-E9A3-1325-5F7E-0B92276E0C29}"/>
              </a:ext>
            </a:extLst>
          </p:cNvPr>
          <p:cNvSpPr>
            <a:spLocks noGrp="1"/>
          </p:cNvSpPr>
          <p:nvPr>
            <p:ph type="title"/>
          </p:nvPr>
        </p:nvSpPr>
        <p:spPr>
          <a:xfrm>
            <a:off x="838200" y="5358141"/>
            <a:ext cx="10515600" cy="942664"/>
          </a:xfrm>
        </p:spPr>
        <p:txBody>
          <a:bodyPr vert="horz" lIns="91440" tIns="45720" rIns="91440" bIns="45720" rtlCol="0" anchor="ctr">
            <a:normAutofit/>
          </a:bodyPr>
          <a:lstStyle/>
          <a:p>
            <a:pPr algn="ctr"/>
            <a:r>
              <a:rPr lang="en-US" sz="5200" kern="1200">
                <a:solidFill>
                  <a:schemeClr val="tx1"/>
                </a:solidFill>
                <a:latin typeface="+mj-lt"/>
                <a:ea typeface="+mj-ea"/>
                <a:cs typeface="+mj-cs"/>
              </a:rPr>
              <a:t>First Load Test</a:t>
            </a:r>
          </a:p>
        </p:txBody>
      </p:sp>
      <p:sp>
        <p:nvSpPr>
          <p:cNvPr id="7" name="Content Placeholder 6">
            <a:extLst>
              <a:ext uri="{FF2B5EF4-FFF2-40B4-BE49-F238E27FC236}">
                <a16:creationId xmlns:a16="http://schemas.microsoft.com/office/drawing/2014/main" id="{5E03A302-A8E2-C492-FBF8-3A7DE5709241}"/>
              </a:ext>
            </a:extLst>
          </p:cNvPr>
          <p:cNvSpPr>
            <a:spLocks noGrp="1"/>
          </p:cNvSpPr>
          <p:nvPr>
            <p:ph idx="1"/>
          </p:nvPr>
        </p:nvSpPr>
        <p:spPr/>
        <p:txBody>
          <a:bodyPr/>
          <a:lstStyle/>
          <a:p>
            <a:endParaRPr lang="en-CA"/>
          </a:p>
        </p:txBody>
      </p:sp>
    </p:spTree>
    <p:extLst>
      <p:ext uri="{BB962C8B-B14F-4D97-AF65-F5344CB8AC3E}">
        <p14:creationId xmlns:p14="http://schemas.microsoft.com/office/powerpoint/2010/main" val="40040443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DFCA2118-59A2-4310-A4B2-F2CBA821E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40492"/>
            <a:ext cx="12192000" cy="1924333"/>
          </a:xfrm>
          <a:custGeom>
            <a:avLst/>
            <a:gdLst>
              <a:gd name="connsiteX0" fmla="*/ 6189199 w 12192000"/>
              <a:gd name="connsiteY0" fmla="*/ 588 h 1924333"/>
              <a:gd name="connsiteX1" fmla="*/ 6207079 w 12192000"/>
              <a:gd name="connsiteY1" fmla="*/ 2850 h 1924333"/>
              <a:gd name="connsiteX2" fmla="*/ 6285610 w 12192000"/>
              <a:gd name="connsiteY2" fmla="*/ 18131 h 1924333"/>
              <a:gd name="connsiteX3" fmla="*/ 6378008 w 12192000"/>
              <a:gd name="connsiteY3" fmla="*/ 24625 h 1924333"/>
              <a:gd name="connsiteX4" fmla="*/ 6466340 w 12192000"/>
              <a:gd name="connsiteY4" fmla="*/ 21366 h 1924333"/>
              <a:gd name="connsiteX5" fmla="*/ 6553334 w 12192000"/>
              <a:gd name="connsiteY5" fmla="*/ 35307 h 1924333"/>
              <a:gd name="connsiteX6" fmla="*/ 6626068 w 12192000"/>
              <a:gd name="connsiteY6" fmla="*/ 58045 h 1924333"/>
              <a:gd name="connsiteX7" fmla="*/ 6692303 w 12192000"/>
              <a:gd name="connsiteY7" fmla="*/ 91487 h 1924333"/>
              <a:gd name="connsiteX8" fmla="*/ 6733670 w 12192000"/>
              <a:gd name="connsiteY8" fmla="*/ 118130 h 1924333"/>
              <a:gd name="connsiteX9" fmla="*/ 6798016 w 12192000"/>
              <a:gd name="connsiteY9" fmla="*/ 112271 h 1924333"/>
              <a:gd name="connsiteX10" fmla="*/ 6801081 w 12192000"/>
              <a:gd name="connsiteY10" fmla="*/ 114963 h 1924333"/>
              <a:gd name="connsiteX11" fmla="*/ 6819351 w 12192000"/>
              <a:gd name="connsiteY11" fmla="*/ 128825 h 1924333"/>
              <a:gd name="connsiteX12" fmla="*/ 6852732 w 12192000"/>
              <a:gd name="connsiteY12" fmla="*/ 123321 h 1924333"/>
              <a:gd name="connsiteX13" fmla="*/ 6865247 w 12192000"/>
              <a:gd name="connsiteY13" fmla="*/ 128836 h 1924333"/>
              <a:gd name="connsiteX14" fmla="*/ 6905517 w 12192000"/>
              <a:gd name="connsiteY14" fmla="*/ 129265 h 1924333"/>
              <a:gd name="connsiteX15" fmla="*/ 6950286 w 12192000"/>
              <a:gd name="connsiteY15" fmla="*/ 150104 h 1924333"/>
              <a:gd name="connsiteX16" fmla="*/ 7003442 w 12192000"/>
              <a:gd name="connsiteY16" fmla="*/ 136136 h 1924333"/>
              <a:gd name="connsiteX17" fmla="*/ 7160047 w 12192000"/>
              <a:gd name="connsiteY17" fmla="*/ 166721 h 1924333"/>
              <a:gd name="connsiteX18" fmla="*/ 7325604 w 12192000"/>
              <a:gd name="connsiteY18" fmla="*/ 215867 h 1924333"/>
              <a:gd name="connsiteX19" fmla="*/ 7540522 w 12192000"/>
              <a:gd name="connsiteY19" fmla="*/ 239374 h 1924333"/>
              <a:gd name="connsiteX20" fmla="*/ 7612071 w 12192000"/>
              <a:gd name="connsiteY20" fmla="*/ 229553 h 1924333"/>
              <a:gd name="connsiteX21" fmla="*/ 7651995 w 12192000"/>
              <a:gd name="connsiteY21" fmla="*/ 244567 h 1924333"/>
              <a:gd name="connsiteX22" fmla="*/ 7725761 w 12192000"/>
              <a:gd name="connsiteY22" fmla="*/ 258638 h 1924333"/>
              <a:gd name="connsiteX23" fmla="*/ 7823038 w 12192000"/>
              <a:gd name="connsiteY23" fmla="*/ 287078 h 1924333"/>
              <a:gd name="connsiteX24" fmla="*/ 7866405 w 12192000"/>
              <a:gd name="connsiteY24" fmla="*/ 287288 h 1924333"/>
              <a:gd name="connsiteX25" fmla="*/ 7875021 w 12192000"/>
              <a:gd name="connsiteY25" fmla="*/ 288224 h 1924333"/>
              <a:gd name="connsiteX26" fmla="*/ 7875146 w 12192000"/>
              <a:gd name="connsiteY26" fmla="*/ 288614 h 1924333"/>
              <a:gd name="connsiteX27" fmla="*/ 7907443 w 12192000"/>
              <a:gd name="connsiteY27" fmla="*/ 291752 h 1924333"/>
              <a:gd name="connsiteX28" fmla="*/ 7912892 w 12192000"/>
              <a:gd name="connsiteY28" fmla="*/ 294833 h 1924333"/>
              <a:gd name="connsiteX29" fmla="*/ 7946345 w 12192000"/>
              <a:gd name="connsiteY29" fmla="*/ 319359 h 1924333"/>
              <a:gd name="connsiteX30" fmla="*/ 8021238 w 12192000"/>
              <a:gd name="connsiteY30" fmla="*/ 315159 h 1924333"/>
              <a:gd name="connsiteX31" fmla="*/ 8094697 w 12192000"/>
              <a:gd name="connsiteY31" fmla="*/ 351819 h 1924333"/>
              <a:gd name="connsiteX32" fmla="*/ 8155208 w 12192000"/>
              <a:gd name="connsiteY32" fmla="*/ 371168 h 1924333"/>
              <a:gd name="connsiteX33" fmla="*/ 8248472 w 12192000"/>
              <a:gd name="connsiteY33" fmla="*/ 400489 h 1924333"/>
              <a:gd name="connsiteX34" fmla="*/ 8300068 w 12192000"/>
              <a:gd name="connsiteY34" fmla="*/ 405531 h 1924333"/>
              <a:gd name="connsiteX35" fmla="*/ 8356293 w 12192000"/>
              <a:gd name="connsiteY35" fmla="*/ 403328 h 1924333"/>
              <a:gd name="connsiteX36" fmla="*/ 8475838 w 12192000"/>
              <a:gd name="connsiteY36" fmla="*/ 435524 h 1924333"/>
              <a:gd name="connsiteX37" fmla="*/ 8575216 w 12192000"/>
              <a:gd name="connsiteY37" fmla="*/ 450198 h 1924333"/>
              <a:gd name="connsiteX38" fmla="*/ 8588650 w 12192000"/>
              <a:gd name="connsiteY38" fmla="*/ 447070 h 1924333"/>
              <a:gd name="connsiteX39" fmla="*/ 8612184 w 12192000"/>
              <a:gd name="connsiteY39" fmla="*/ 439577 h 1924333"/>
              <a:gd name="connsiteX40" fmla="*/ 8630713 w 12192000"/>
              <a:gd name="connsiteY40" fmla="*/ 433015 h 1924333"/>
              <a:gd name="connsiteX41" fmla="*/ 8704240 w 12192000"/>
              <a:gd name="connsiteY41" fmla="*/ 422865 h 1924333"/>
              <a:gd name="connsiteX42" fmla="*/ 8829513 w 12192000"/>
              <a:gd name="connsiteY42" fmla="*/ 429389 h 1924333"/>
              <a:gd name="connsiteX43" fmla="*/ 9083651 w 12192000"/>
              <a:gd name="connsiteY43" fmla="*/ 390744 h 1924333"/>
              <a:gd name="connsiteX44" fmla="*/ 9371402 w 12192000"/>
              <a:gd name="connsiteY44" fmla="*/ 371809 h 1924333"/>
              <a:gd name="connsiteX45" fmla="*/ 9429586 w 12192000"/>
              <a:gd name="connsiteY45" fmla="*/ 369213 h 1924333"/>
              <a:gd name="connsiteX46" fmla="*/ 9489757 w 12192000"/>
              <a:gd name="connsiteY46" fmla="*/ 377814 h 1924333"/>
              <a:gd name="connsiteX47" fmla="*/ 9516954 w 12192000"/>
              <a:gd name="connsiteY47" fmla="*/ 376991 h 1924333"/>
              <a:gd name="connsiteX48" fmla="*/ 9645588 w 12192000"/>
              <a:gd name="connsiteY48" fmla="*/ 363590 h 1924333"/>
              <a:gd name="connsiteX49" fmla="*/ 9722896 w 12192000"/>
              <a:gd name="connsiteY49" fmla="*/ 360983 h 1924333"/>
              <a:gd name="connsiteX50" fmla="*/ 9752803 w 12192000"/>
              <a:gd name="connsiteY50" fmla="*/ 368492 h 1924333"/>
              <a:gd name="connsiteX51" fmla="*/ 9890305 w 12192000"/>
              <a:gd name="connsiteY51" fmla="*/ 380736 h 1924333"/>
              <a:gd name="connsiteX52" fmla="*/ 9939767 w 12192000"/>
              <a:gd name="connsiteY52" fmla="*/ 377776 h 1924333"/>
              <a:gd name="connsiteX53" fmla="*/ 9944355 w 12192000"/>
              <a:gd name="connsiteY53" fmla="*/ 377352 h 1924333"/>
              <a:gd name="connsiteX54" fmla="*/ 9953719 w 12192000"/>
              <a:gd name="connsiteY54" fmla="*/ 375642 h 1924333"/>
              <a:gd name="connsiteX55" fmla="*/ 9955809 w 12192000"/>
              <a:gd name="connsiteY55" fmla="*/ 376294 h 1924333"/>
              <a:gd name="connsiteX56" fmla="*/ 10032710 w 12192000"/>
              <a:gd name="connsiteY56" fmla="*/ 394940 h 1924333"/>
              <a:gd name="connsiteX57" fmla="*/ 10049925 w 12192000"/>
              <a:gd name="connsiteY57" fmla="*/ 404971 h 1924333"/>
              <a:gd name="connsiteX58" fmla="*/ 10112671 w 12192000"/>
              <a:gd name="connsiteY58" fmla="*/ 414549 h 1924333"/>
              <a:gd name="connsiteX59" fmla="*/ 10170853 w 12192000"/>
              <a:gd name="connsiteY59" fmla="*/ 435168 h 1924333"/>
              <a:gd name="connsiteX60" fmla="*/ 10290184 w 12192000"/>
              <a:gd name="connsiteY60" fmla="*/ 448123 h 1924333"/>
              <a:gd name="connsiteX61" fmla="*/ 10320158 w 12192000"/>
              <a:gd name="connsiteY61" fmla="*/ 458352 h 1924333"/>
              <a:gd name="connsiteX62" fmla="*/ 10321815 w 12192000"/>
              <a:gd name="connsiteY62" fmla="*/ 463087 h 1924333"/>
              <a:gd name="connsiteX63" fmla="*/ 10373742 w 12192000"/>
              <a:gd name="connsiteY63" fmla="*/ 464538 h 1924333"/>
              <a:gd name="connsiteX64" fmla="*/ 10428532 w 12192000"/>
              <a:gd name="connsiteY64" fmla="*/ 492504 h 1924333"/>
              <a:gd name="connsiteX65" fmla="*/ 10466490 w 12192000"/>
              <a:gd name="connsiteY65" fmla="*/ 517759 h 1924333"/>
              <a:gd name="connsiteX66" fmla="*/ 10466675 w 12192000"/>
              <a:gd name="connsiteY66" fmla="*/ 522076 h 1924333"/>
              <a:gd name="connsiteX67" fmla="*/ 10470309 w 12192000"/>
              <a:gd name="connsiteY67" fmla="*/ 522792 h 1924333"/>
              <a:gd name="connsiteX68" fmla="*/ 10474138 w 12192000"/>
              <a:gd name="connsiteY68" fmla="*/ 519761 h 1924333"/>
              <a:gd name="connsiteX69" fmla="*/ 10501100 w 12192000"/>
              <a:gd name="connsiteY69" fmla="*/ 528263 h 1924333"/>
              <a:gd name="connsiteX70" fmla="*/ 10502395 w 12192000"/>
              <a:gd name="connsiteY70" fmla="*/ 536393 h 1924333"/>
              <a:gd name="connsiteX71" fmla="*/ 10689496 w 12192000"/>
              <a:gd name="connsiteY71" fmla="*/ 560233 h 1924333"/>
              <a:gd name="connsiteX72" fmla="*/ 10788736 w 12192000"/>
              <a:gd name="connsiteY72" fmla="*/ 613188 h 1924333"/>
              <a:gd name="connsiteX73" fmla="*/ 10819747 w 12192000"/>
              <a:gd name="connsiteY73" fmla="*/ 621351 h 1924333"/>
              <a:gd name="connsiteX74" fmla="*/ 10864632 w 12192000"/>
              <a:gd name="connsiteY74" fmla="*/ 644858 h 1924333"/>
              <a:gd name="connsiteX75" fmla="*/ 10929407 w 12192000"/>
              <a:gd name="connsiteY75" fmla="*/ 652945 h 1924333"/>
              <a:gd name="connsiteX76" fmla="*/ 10979412 w 12192000"/>
              <a:gd name="connsiteY76" fmla="*/ 654217 h 1924333"/>
              <a:gd name="connsiteX77" fmla="*/ 11006959 w 12192000"/>
              <a:gd name="connsiteY77" fmla="*/ 657017 h 1924333"/>
              <a:gd name="connsiteX78" fmla="*/ 11077038 w 12192000"/>
              <a:gd name="connsiteY78" fmla="*/ 668487 h 1924333"/>
              <a:gd name="connsiteX79" fmla="*/ 11157850 w 12192000"/>
              <a:gd name="connsiteY79" fmla="*/ 693164 h 1924333"/>
              <a:gd name="connsiteX80" fmla="*/ 11175276 w 12192000"/>
              <a:gd name="connsiteY80" fmla="*/ 697243 h 1924333"/>
              <a:gd name="connsiteX81" fmla="*/ 11191131 w 12192000"/>
              <a:gd name="connsiteY81" fmla="*/ 696085 h 1924333"/>
              <a:gd name="connsiteX82" fmla="*/ 11195573 w 12192000"/>
              <a:gd name="connsiteY82" fmla="*/ 691751 h 1924333"/>
              <a:gd name="connsiteX83" fmla="*/ 11205299 w 12192000"/>
              <a:gd name="connsiteY83" fmla="*/ 693247 h 1924333"/>
              <a:gd name="connsiteX84" fmla="*/ 11223770 w 12192000"/>
              <a:gd name="connsiteY84" fmla="*/ 690335 h 1924333"/>
              <a:gd name="connsiteX85" fmla="*/ 11292119 w 12192000"/>
              <a:gd name="connsiteY85" fmla="*/ 713311 h 1924333"/>
              <a:gd name="connsiteX86" fmla="*/ 11435379 w 12192000"/>
              <a:gd name="connsiteY86" fmla="*/ 758519 h 1924333"/>
              <a:gd name="connsiteX87" fmla="*/ 11604406 w 12192000"/>
              <a:gd name="connsiteY87" fmla="*/ 810476 h 1924333"/>
              <a:gd name="connsiteX88" fmla="*/ 11652155 w 12192000"/>
              <a:gd name="connsiteY88" fmla="*/ 825109 h 1924333"/>
              <a:gd name="connsiteX89" fmla="*/ 11654192 w 12192000"/>
              <a:gd name="connsiteY89" fmla="*/ 827301 h 1924333"/>
              <a:gd name="connsiteX90" fmla="*/ 11676599 w 12192000"/>
              <a:gd name="connsiteY90" fmla="*/ 846628 h 1924333"/>
              <a:gd name="connsiteX91" fmla="*/ 11775168 w 12192000"/>
              <a:gd name="connsiteY91" fmla="*/ 890664 h 1924333"/>
              <a:gd name="connsiteX92" fmla="*/ 11826341 w 12192000"/>
              <a:gd name="connsiteY92" fmla="*/ 877558 h 1924333"/>
              <a:gd name="connsiteX93" fmla="*/ 11879068 w 12192000"/>
              <a:gd name="connsiteY93" fmla="*/ 874038 h 1924333"/>
              <a:gd name="connsiteX94" fmla="*/ 11889563 w 12192000"/>
              <a:gd name="connsiteY94" fmla="*/ 878619 h 1924333"/>
              <a:gd name="connsiteX95" fmla="*/ 12016613 w 12192000"/>
              <a:gd name="connsiteY95" fmla="*/ 886111 h 1924333"/>
              <a:gd name="connsiteX96" fmla="*/ 12108292 w 12192000"/>
              <a:gd name="connsiteY96" fmla="*/ 868500 h 1924333"/>
              <a:gd name="connsiteX97" fmla="*/ 12182910 w 12192000"/>
              <a:gd name="connsiteY97" fmla="*/ 882003 h 1924333"/>
              <a:gd name="connsiteX98" fmla="*/ 12192000 w 12192000"/>
              <a:gd name="connsiteY98" fmla="*/ 884778 h 1924333"/>
              <a:gd name="connsiteX99" fmla="*/ 12192000 w 12192000"/>
              <a:gd name="connsiteY99" fmla="*/ 1610315 h 1924333"/>
              <a:gd name="connsiteX100" fmla="*/ 12191998 w 12192000"/>
              <a:gd name="connsiteY100" fmla="*/ 1610315 h 1924333"/>
              <a:gd name="connsiteX101" fmla="*/ 12191998 w 12192000"/>
              <a:gd name="connsiteY101" fmla="*/ 1924333 h 1924333"/>
              <a:gd name="connsiteX102" fmla="*/ 0 w 12192000"/>
              <a:gd name="connsiteY102" fmla="*/ 1924333 h 1924333"/>
              <a:gd name="connsiteX103" fmla="*/ 0 w 12192000"/>
              <a:gd name="connsiteY103" fmla="*/ 505159 h 1924333"/>
              <a:gd name="connsiteX104" fmla="*/ 5722 w 12192000"/>
              <a:gd name="connsiteY104" fmla="*/ 508889 h 1924333"/>
              <a:gd name="connsiteX105" fmla="*/ 38476 w 12192000"/>
              <a:gd name="connsiteY105" fmla="*/ 524137 h 1924333"/>
              <a:gd name="connsiteX106" fmla="*/ 192883 w 12192000"/>
              <a:gd name="connsiteY106" fmla="*/ 545272 h 1924333"/>
              <a:gd name="connsiteX107" fmla="*/ 343710 w 12192000"/>
              <a:gd name="connsiteY107" fmla="*/ 565029 h 1924333"/>
              <a:gd name="connsiteX108" fmla="*/ 471066 w 12192000"/>
              <a:gd name="connsiteY108" fmla="*/ 549837 h 1924333"/>
              <a:gd name="connsiteX109" fmla="*/ 617333 w 12192000"/>
              <a:gd name="connsiteY109" fmla="*/ 526428 h 1924333"/>
              <a:gd name="connsiteX110" fmla="*/ 725203 w 12192000"/>
              <a:gd name="connsiteY110" fmla="*/ 523793 h 1924333"/>
              <a:gd name="connsiteX111" fmla="*/ 788494 w 12192000"/>
              <a:gd name="connsiteY111" fmla="*/ 505799 h 1924333"/>
              <a:gd name="connsiteX112" fmla="*/ 885977 w 12192000"/>
              <a:gd name="connsiteY112" fmla="*/ 526585 h 1924333"/>
              <a:gd name="connsiteX113" fmla="*/ 932142 w 12192000"/>
              <a:gd name="connsiteY113" fmla="*/ 528005 h 1924333"/>
              <a:gd name="connsiteX114" fmla="*/ 1090404 w 12192000"/>
              <a:gd name="connsiteY114" fmla="*/ 498299 h 1924333"/>
              <a:gd name="connsiteX115" fmla="*/ 1188628 w 12192000"/>
              <a:gd name="connsiteY115" fmla="*/ 483151 h 1924333"/>
              <a:gd name="connsiteX116" fmla="*/ 1316247 w 12192000"/>
              <a:gd name="connsiteY116" fmla="*/ 425979 h 1924333"/>
              <a:gd name="connsiteX117" fmla="*/ 1357712 w 12192000"/>
              <a:gd name="connsiteY117" fmla="*/ 416549 h 1924333"/>
              <a:gd name="connsiteX118" fmla="*/ 1425921 w 12192000"/>
              <a:gd name="connsiteY118" fmla="*/ 413953 h 1924333"/>
              <a:gd name="connsiteX119" fmla="*/ 1503817 w 12192000"/>
              <a:gd name="connsiteY119" fmla="*/ 380457 h 1924333"/>
              <a:gd name="connsiteX120" fmla="*/ 1639196 w 12192000"/>
              <a:gd name="connsiteY120" fmla="*/ 372785 h 1924333"/>
              <a:gd name="connsiteX121" fmla="*/ 1705606 w 12192000"/>
              <a:gd name="connsiteY121" fmla="*/ 359023 h 1924333"/>
              <a:gd name="connsiteX122" fmla="*/ 1813011 w 12192000"/>
              <a:gd name="connsiteY122" fmla="*/ 331023 h 1924333"/>
              <a:gd name="connsiteX123" fmla="*/ 1831380 w 12192000"/>
              <a:gd name="connsiteY123" fmla="*/ 341307 h 1924333"/>
              <a:gd name="connsiteX124" fmla="*/ 1858612 w 12192000"/>
              <a:gd name="connsiteY124" fmla="*/ 326777 h 1924333"/>
              <a:gd name="connsiteX125" fmla="*/ 1880661 w 12192000"/>
              <a:gd name="connsiteY125" fmla="*/ 335987 h 1924333"/>
              <a:gd name="connsiteX126" fmla="*/ 1941495 w 12192000"/>
              <a:gd name="connsiteY126" fmla="*/ 310792 h 1924333"/>
              <a:gd name="connsiteX127" fmla="*/ 1995402 w 12192000"/>
              <a:gd name="connsiteY127" fmla="*/ 305480 h 1924333"/>
              <a:gd name="connsiteX128" fmla="*/ 2223864 w 12192000"/>
              <a:gd name="connsiteY128" fmla="*/ 266118 h 1924333"/>
              <a:gd name="connsiteX129" fmla="*/ 2418043 w 12192000"/>
              <a:gd name="connsiteY129" fmla="*/ 215314 h 1924333"/>
              <a:gd name="connsiteX130" fmla="*/ 2558461 w 12192000"/>
              <a:gd name="connsiteY130" fmla="*/ 168193 h 1924333"/>
              <a:gd name="connsiteX131" fmla="*/ 2595535 w 12192000"/>
              <a:gd name="connsiteY131" fmla="*/ 158548 h 1924333"/>
              <a:gd name="connsiteX132" fmla="*/ 2626942 w 12192000"/>
              <a:gd name="connsiteY132" fmla="*/ 130400 h 1924333"/>
              <a:gd name="connsiteX133" fmla="*/ 2632225 w 12192000"/>
              <a:gd name="connsiteY133" fmla="*/ 130446 h 1924333"/>
              <a:gd name="connsiteX134" fmla="*/ 2696856 w 12192000"/>
              <a:gd name="connsiteY134" fmla="*/ 128498 h 1924333"/>
              <a:gd name="connsiteX135" fmla="*/ 2759767 w 12192000"/>
              <a:gd name="connsiteY135" fmla="*/ 127784 h 1924333"/>
              <a:gd name="connsiteX136" fmla="*/ 2792685 w 12192000"/>
              <a:gd name="connsiteY136" fmla="*/ 115710 h 1924333"/>
              <a:gd name="connsiteX137" fmla="*/ 2799767 w 12192000"/>
              <a:gd name="connsiteY137" fmla="*/ 113754 h 1924333"/>
              <a:gd name="connsiteX138" fmla="*/ 2829799 w 12192000"/>
              <a:gd name="connsiteY138" fmla="*/ 120042 h 1924333"/>
              <a:gd name="connsiteX139" fmla="*/ 2890704 w 12192000"/>
              <a:gd name="connsiteY139" fmla="*/ 121493 h 1924333"/>
              <a:gd name="connsiteX140" fmla="*/ 3042646 w 12192000"/>
              <a:gd name="connsiteY140" fmla="*/ 112273 h 1924333"/>
              <a:gd name="connsiteX141" fmla="*/ 3146630 w 12192000"/>
              <a:gd name="connsiteY141" fmla="*/ 100898 h 1924333"/>
              <a:gd name="connsiteX142" fmla="*/ 3233163 w 12192000"/>
              <a:gd name="connsiteY142" fmla="*/ 120200 h 1924333"/>
              <a:gd name="connsiteX143" fmla="*/ 3372699 w 12192000"/>
              <a:gd name="connsiteY143" fmla="*/ 129394 h 1924333"/>
              <a:gd name="connsiteX144" fmla="*/ 3394352 w 12192000"/>
              <a:gd name="connsiteY144" fmla="*/ 131671 h 1924333"/>
              <a:gd name="connsiteX145" fmla="*/ 3448218 w 12192000"/>
              <a:gd name="connsiteY145" fmla="*/ 118229 h 1924333"/>
              <a:gd name="connsiteX146" fmla="*/ 3505047 w 12192000"/>
              <a:gd name="connsiteY146" fmla="*/ 115412 h 1924333"/>
              <a:gd name="connsiteX147" fmla="*/ 3521767 w 12192000"/>
              <a:gd name="connsiteY147" fmla="*/ 111071 h 1924333"/>
              <a:gd name="connsiteX148" fmla="*/ 3585137 w 12192000"/>
              <a:gd name="connsiteY148" fmla="*/ 114371 h 1924333"/>
              <a:gd name="connsiteX149" fmla="*/ 3690293 w 12192000"/>
              <a:gd name="connsiteY149" fmla="*/ 98301 h 1924333"/>
              <a:gd name="connsiteX150" fmla="*/ 3867818 w 12192000"/>
              <a:gd name="connsiteY150" fmla="*/ 88985 h 1924333"/>
              <a:gd name="connsiteX151" fmla="*/ 4091337 w 12192000"/>
              <a:gd name="connsiteY151" fmla="*/ 70813 h 1924333"/>
              <a:gd name="connsiteX152" fmla="*/ 4246332 w 12192000"/>
              <a:gd name="connsiteY152" fmla="*/ 41697 h 1924333"/>
              <a:gd name="connsiteX153" fmla="*/ 4266975 w 12192000"/>
              <a:gd name="connsiteY153" fmla="*/ 46592 h 1924333"/>
              <a:gd name="connsiteX154" fmla="*/ 4270566 w 12192000"/>
              <a:gd name="connsiteY154" fmla="*/ 47620 h 1924333"/>
              <a:gd name="connsiteX155" fmla="*/ 4288964 w 12192000"/>
              <a:gd name="connsiteY155" fmla="*/ 52766 h 1924333"/>
              <a:gd name="connsiteX156" fmla="*/ 4365137 w 12192000"/>
              <a:gd name="connsiteY156" fmla="*/ 51783 h 1924333"/>
              <a:gd name="connsiteX157" fmla="*/ 4430546 w 12192000"/>
              <a:gd name="connsiteY157" fmla="*/ 44555 h 1924333"/>
              <a:gd name="connsiteX158" fmla="*/ 4444136 w 12192000"/>
              <a:gd name="connsiteY158" fmla="*/ 39567 h 1924333"/>
              <a:gd name="connsiteX159" fmla="*/ 4534039 w 12192000"/>
              <a:gd name="connsiteY159" fmla="*/ 31604 h 1924333"/>
              <a:gd name="connsiteX160" fmla="*/ 4560448 w 12192000"/>
              <a:gd name="connsiteY160" fmla="*/ 25231 h 1924333"/>
              <a:gd name="connsiteX161" fmla="*/ 4568006 w 12192000"/>
              <a:gd name="connsiteY161" fmla="*/ 25970 h 1924333"/>
              <a:gd name="connsiteX162" fmla="*/ 4595497 w 12192000"/>
              <a:gd name="connsiteY162" fmla="*/ 22958 h 1924333"/>
              <a:gd name="connsiteX163" fmla="*/ 4608623 w 12192000"/>
              <a:gd name="connsiteY163" fmla="*/ 18108 h 1924333"/>
              <a:gd name="connsiteX164" fmla="*/ 4623942 w 12192000"/>
              <a:gd name="connsiteY164" fmla="*/ 22251 h 1924333"/>
              <a:gd name="connsiteX165" fmla="*/ 4664336 w 12192000"/>
              <a:gd name="connsiteY165" fmla="*/ 23306 h 1924333"/>
              <a:gd name="connsiteX166" fmla="*/ 4677385 w 12192000"/>
              <a:gd name="connsiteY166" fmla="*/ 18246 h 1924333"/>
              <a:gd name="connsiteX167" fmla="*/ 4698143 w 12192000"/>
              <a:gd name="connsiteY167" fmla="*/ 18036 h 1924333"/>
              <a:gd name="connsiteX168" fmla="*/ 4750609 w 12192000"/>
              <a:gd name="connsiteY168" fmla="*/ 23611 h 1924333"/>
              <a:gd name="connsiteX169" fmla="*/ 4784658 w 12192000"/>
              <a:gd name="connsiteY169" fmla="*/ 25057 h 1924333"/>
              <a:gd name="connsiteX170" fmla="*/ 4847558 w 12192000"/>
              <a:gd name="connsiteY170" fmla="*/ 38726 h 1924333"/>
              <a:gd name="connsiteX171" fmla="*/ 4909134 w 12192000"/>
              <a:gd name="connsiteY171" fmla="*/ 50659 h 1924333"/>
              <a:gd name="connsiteX172" fmla="*/ 5099219 w 12192000"/>
              <a:gd name="connsiteY172" fmla="*/ 55050 h 1924333"/>
              <a:gd name="connsiteX173" fmla="*/ 5184992 w 12192000"/>
              <a:gd name="connsiteY173" fmla="*/ 67596 h 1924333"/>
              <a:gd name="connsiteX174" fmla="*/ 5229637 w 12192000"/>
              <a:gd name="connsiteY174" fmla="*/ 67789 h 1924333"/>
              <a:gd name="connsiteX175" fmla="*/ 5389346 w 12192000"/>
              <a:gd name="connsiteY175" fmla="*/ 80211 h 1924333"/>
              <a:gd name="connsiteX176" fmla="*/ 5494414 w 12192000"/>
              <a:gd name="connsiteY176" fmla="*/ 75926 h 1924333"/>
              <a:gd name="connsiteX177" fmla="*/ 5528443 w 12192000"/>
              <a:gd name="connsiteY177" fmla="*/ 77206 h 1924333"/>
              <a:gd name="connsiteX178" fmla="*/ 5684939 w 12192000"/>
              <a:gd name="connsiteY178" fmla="*/ 50269 h 1924333"/>
              <a:gd name="connsiteX179" fmla="*/ 5765146 w 12192000"/>
              <a:gd name="connsiteY179" fmla="*/ 50414 h 1924333"/>
              <a:gd name="connsiteX180" fmla="*/ 5848655 w 12192000"/>
              <a:gd name="connsiteY180" fmla="*/ 35257 h 1924333"/>
              <a:gd name="connsiteX181" fmla="*/ 5930656 w 12192000"/>
              <a:gd name="connsiteY181" fmla="*/ 30131 h 1924333"/>
              <a:gd name="connsiteX182" fmla="*/ 6124150 w 12192000"/>
              <a:gd name="connsiteY182" fmla="*/ 31679 h 1924333"/>
              <a:gd name="connsiteX183" fmla="*/ 6189199 w 12192000"/>
              <a:gd name="connsiteY183" fmla="*/ 588 h 1924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12192000" h="1924333">
                <a:moveTo>
                  <a:pt x="6189199" y="588"/>
                </a:moveTo>
                <a:cubicBezTo>
                  <a:pt x="6196356" y="-574"/>
                  <a:pt x="6202609" y="-108"/>
                  <a:pt x="6207079" y="2850"/>
                </a:cubicBezTo>
                <a:cubicBezTo>
                  <a:pt x="6222026" y="2749"/>
                  <a:pt x="6273489" y="3767"/>
                  <a:pt x="6285610" y="18131"/>
                </a:cubicBezTo>
                <a:cubicBezTo>
                  <a:pt x="6307255" y="18685"/>
                  <a:pt x="6357141" y="23793"/>
                  <a:pt x="6378008" y="24625"/>
                </a:cubicBezTo>
                <a:cubicBezTo>
                  <a:pt x="6409946" y="30645"/>
                  <a:pt x="6438307" y="10375"/>
                  <a:pt x="6466340" y="21366"/>
                </a:cubicBezTo>
                <a:cubicBezTo>
                  <a:pt x="6488276" y="31229"/>
                  <a:pt x="6529854" y="28110"/>
                  <a:pt x="6553334" y="35307"/>
                </a:cubicBezTo>
                <a:cubicBezTo>
                  <a:pt x="6561737" y="48059"/>
                  <a:pt x="6609188" y="62087"/>
                  <a:pt x="6626068" y="58045"/>
                </a:cubicBezTo>
                <a:cubicBezTo>
                  <a:pt x="6660952" y="66570"/>
                  <a:pt x="6666277" y="84716"/>
                  <a:pt x="6692303" y="91487"/>
                </a:cubicBezTo>
                <a:lnTo>
                  <a:pt x="6733670" y="118130"/>
                </a:lnTo>
                <a:lnTo>
                  <a:pt x="6798016" y="112271"/>
                </a:lnTo>
                <a:lnTo>
                  <a:pt x="6801081" y="114963"/>
                </a:lnTo>
                <a:cubicBezTo>
                  <a:pt x="6806919" y="120140"/>
                  <a:pt x="6812832" y="125016"/>
                  <a:pt x="6819351" y="128825"/>
                </a:cubicBezTo>
                <a:cubicBezTo>
                  <a:pt x="6825742" y="109997"/>
                  <a:pt x="6840132" y="116541"/>
                  <a:pt x="6852732" y="123321"/>
                </a:cubicBezTo>
                <a:lnTo>
                  <a:pt x="6865247" y="128836"/>
                </a:lnTo>
                <a:lnTo>
                  <a:pt x="6905517" y="129265"/>
                </a:lnTo>
                <a:cubicBezTo>
                  <a:pt x="6934052" y="140042"/>
                  <a:pt x="6939773" y="141556"/>
                  <a:pt x="6950286" y="150104"/>
                </a:cubicBezTo>
                <a:lnTo>
                  <a:pt x="7003442" y="136136"/>
                </a:lnTo>
                <a:lnTo>
                  <a:pt x="7160047" y="166721"/>
                </a:lnTo>
                <a:cubicBezTo>
                  <a:pt x="7207281" y="179911"/>
                  <a:pt x="7280644" y="210197"/>
                  <a:pt x="7325604" y="215867"/>
                </a:cubicBezTo>
                <a:cubicBezTo>
                  <a:pt x="7460113" y="233904"/>
                  <a:pt x="7393081" y="242880"/>
                  <a:pt x="7540522" y="239374"/>
                </a:cubicBezTo>
                <a:cubicBezTo>
                  <a:pt x="7545714" y="234872"/>
                  <a:pt x="7605972" y="231727"/>
                  <a:pt x="7612071" y="229553"/>
                </a:cubicBezTo>
                <a:lnTo>
                  <a:pt x="7651995" y="244567"/>
                </a:lnTo>
                <a:lnTo>
                  <a:pt x="7725761" y="258638"/>
                </a:lnTo>
                <a:lnTo>
                  <a:pt x="7823038" y="287078"/>
                </a:lnTo>
                <a:cubicBezTo>
                  <a:pt x="7837080" y="286482"/>
                  <a:pt x="7851647" y="286498"/>
                  <a:pt x="7866405" y="287288"/>
                </a:cubicBezTo>
                <a:lnTo>
                  <a:pt x="7875021" y="288224"/>
                </a:lnTo>
                <a:cubicBezTo>
                  <a:pt x="7875062" y="288354"/>
                  <a:pt x="7875105" y="288483"/>
                  <a:pt x="7875146" y="288614"/>
                </a:cubicBezTo>
                <a:cubicBezTo>
                  <a:pt x="7880550" y="289202"/>
                  <a:pt x="7901153" y="290716"/>
                  <a:pt x="7907443" y="291752"/>
                </a:cubicBezTo>
                <a:lnTo>
                  <a:pt x="7912892" y="294833"/>
                </a:lnTo>
                <a:lnTo>
                  <a:pt x="7946345" y="319359"/>
                </a:lnTo>
                <a:cubicBezTo>
                  <a:pt x="7958657" y="312776"/>
                  <a:pt x="7996513" y="309749"/>
                  <a:pt x="8021238" y="315159"/>
                </a:cubicBezTo>
                <a:cubicBezTo>
                  <a:pt x="8045964" y="320570"/>
                  <a:pt x="8058169" y="340462"/>
                  <a:pt x="8094697" y="351819"/>
                </a:cubicBezTo>
                <a:cubicBezTo>
                  <a:pt x="8129587" y="361154"/>
                  <a:pt x="8116181" y="360544"/>
                  <a:pt x="8155208" y="371168"/>
                </a:cubicBezTo>
                <a:cubicBezTo>
                  <a:pt x="8196217" y="383300"/>
                  <a:pt x="8205468" y="391801"/>
                  <a:pt x="8248472" y="400489"/>
                </a:cubicBezTo>
                <a:cubicBezTo>
                  <a:pt x="8283932" y="419791"/>
                  <a:pt x="8278617" y="392031"/>
                  <a:pt x="8300068" y="405531"/>
                </a:cubicBezTo>
                <a:lnTo>
                  <a:pt x="8356293" y="403328"/>
                </a:lnTo>
                <a:cubicBezTo>
                  <a:pt x="8377247" y="404463"/>
                  <a:pt x="8438442" y="433194"/>
                  <a:pt x="8475838" y="435524"/>
                </a:cubicBezTo>
                <a:cubicBezTo>
                  <a:pt x="8510241" y="438037"/>
                  <a:pt x="8545511" y="449840"/>
                  <a:pt x="8575216" y="450198"/>
                </a:cubicBezTo>
                <a:lnTo>
                  <a:pt x="8588650" y="447070"/>
                </a:lnTo>
                <a:lnTo>
                  <a:pt x="8612184" y="439577"/>
                </a:lnTo>
                <a:lnTo>
                  <a:pt x="8630713" y="433015"/>
                </a:lnTo>
                <a:cubicBezTo>
                  <a:pt x="8635870" y="429519"/>
                  <a:pt x="8700685" y="428411"/>
                  <a:pt x="8704240" y="422865"/>
                </a:cubicBezTo>
                <a:cubicBezTo>
                  <a:pt x="8761777" y="429549"/>
                  <a:pt x="8768302" y="427178"/>
                  <a:pt x="8829513" y="429389"/>
                </a:cubicBezTo>
                <a:cubicBezTo>
                  <a:pt x="8922895" y="444672"/>
                  <a:pt x="8924579" y="401507"/>
                  <a:pt x="9083651" y="390744"/>
                </a:cubicBezTo>
                <a:cubicBezTo>
                  <a:pt x="9138403" y="388032"/>
                  <a:pt x="9315003" y="378647"/>
                  <a:pt x="9371402" y="371809"/>
                </a:cubicBezTo>
                <a:cubicBezTo>
                  <a:pt x="9358632" y="337502"/>
                  <a:pt x="9402842" y="379364"/>
                  <a:pt x="9429586" y="369213"/>
                </a:cubicBezTo>
                <a:cubicBezTo>
                  <a:pt x="9449312" y="370213"/>
                  <a:pt x="9473938" y="373270"/>
                  <a:pt x="9489757" y="377814"/>
                </a:cubicBezTo>
                <a:cubicBezTo>
                  <a:pt x="9498164" y="379256"/>
                  <a:pt x="9507139" y="379272"/>
                  <a:pt x="9516954" y="376991"/>
                </a:cubicBezTo>
                <a:cubicBezTo>
                  <a:pt x="9548430" y="354766"/>
                  <a:pt x="9591874" y="370315"/>
                  <a:pt x="9645588" y="363590"/>
                </a:cubicBezTo>
                <a:cubicBezTo>
                  <a:pt x="9660487" y="368814"/>
                  <a:pt x="9710817" y="350550"/>
                  <a:pt x="9722896" y="360983"/>
                </a:cubicBezTo>
                <a:cubicBezTo>
                  <a:pt x="9733918" y="362239"/>
                  <a:pt x="9745201" y="356679"/>
                  <a:pt x="9752803" y="368492"/>
                </a:cubicBezTo>
                <a:cubicBezTo>
                  <a:pt x="9793268" y="374490"/>
                  <a:pt x="9843313" y="380978"/>
                  <a:pt x="9890305" y="380736"/>
                </a:cubicBezTo>
                <a:cubicBezTo>
                  <a:pt x="9912701" y="380083"/>
                  <a:pt x="9926523" y="379037"/>
                  <a:pt x="9939767" y="377776"/>
                </a:cubicBezTo>
                <a:lnTo>
                  <a:pt x="9944355" y="377352"/>
                </a:lnTo>
                <a:lnTo>
                  <a:pt x="9953719" y="375642"/>
                </a:lnTo>
                <a:lnTo>
                  <a:pt x="9955809" y="376294"/>
                </a:lnTo>
                <a:lnTo>
                  <a:pt x="10032710" y="394940"/>
                </a:lnTo>
                <a:lnTo>
                  <a:pt x="10049925" y="404971"/>
                </a:lnTo>
                <a:lnTo>
                  <a:pt x="10112671" y="414549"/>
                </a:lnTo>
                <a:cubicBezTo>
                  <a:pt x="10169643" y="412125"/>
                  <a:pt x="10132220" y="425358"/>
                  <a:pt x="10170853" y="435168"/>
                </a:cubicBezTo>
                <a:cubicBezTo>
                  <a:pt x="10206088" y="442020"/>
                  <a:pt x="10240809" y="454081"/>
                  <a:pt x="10290184" y="448123"/>
                </a:cubicBezTo>
                <a:cubicBezTo>
                  <a:pt x="10301813" y="444919"/>
                  <a:pt x="10315233" y="449499"/>
                  <a:pt x="10320158" y="458352"/>
                </a:cubicBezTo>
                <a:cubicBezTo>
                  <a:pt x="10321006" y="459876"/>
                  <a:pt x="10321565" y="461470"/>
                  <a:pt x="10321815" y="463087"/>
                </a:cubicBezTo>
                <a:cubicBezTo>
                  <a:pt x="10354058" y="457158"/>
                  <a:pt x="10355176" y="470634"/>
                  <a:pt x="10373742" y="464538"/>
                </a:cubicBezTo>
                <a:cubicBezTo>
                  <a:pt x="10403060" y="475292"/>
                  <a:pt x="10411841" y="497597"/>
                  <a:pt x="10428532" y="492504"/>
                </a:cubicBezTo>
                <a:cubicBezTo>
                  <a:pt x="10440561" y="500742"/>
                  <a:pt x="10446267" y="521930"/>
                  <a:pt x="10466490" y="517759"/>
                </a:cubicBezTo>
                <a:cubicBezTo>
                  <a:pt x="10464622" y="519986"/>
                  <a:pt x="10465013" y="521261"/>
                  <a:pt x="10466675" y="522076"/>
                </a:cubicBezTo>
                <a:lnTo>
                  <a:pt x="10470309" y="522792"/>
                </a:lnTo>
                <a:lnTo>
                  <a:pt x="10474138" y="519761"/>
                </a:lnTo>
                <a:cubicBezTo>
                  <a:pt x="10488888" y="509612"/>
                  <a:pt x="10484914" y="524734"/>
                  <a:pt x="10501100" y="528263"/>
                </a:cubicBezTo>
                <a:cubicBezTo>
                  <a:pt x="10508412" y="530705"/>
                  <a:pt x="10505426" y="533743"/>
                  <a:pt x="10502395" y="536393"/>
                </a:cubicBezTo>
                <a:lnTo>
                  <a:pt x="10689496" y="560233"/>
                </a:lnTo>
                <a:cubicBezTo>
                  <a:pt x="10721441" y="573640"/>
                  <a:pt x="10757547" y="582937"/>
                  <a:pt x="10788736" y="613188"/>
                </a:cubicBezTo>
                <a:cubicBezTo>
                  <a:pt x="10794510" y="621641"/>
                  <a:pt x="10807098" y="616073"/>
                  <a:pt x="10819747" y="621351"/>
                </a:cubicBezTo>
                <a:cubicBezTo>
                  <a:pt x="10832398" y="626630"/>
                  <a:pt x="10846356" y="639592"/>
                  <a:pt x="10864632" y="644858"/>
                </a:cubicBezTo>
                <a:cubicBezTo>
                  <a:pt x="10895617" y="652290"/>
                  <a:pt x="10921550" y="640451"/>
                  <a:pt x="10929407" y="652945"/>
                </a:cubicBezTo>
                <a:cubicBezTo>
                  <a:pt x="10945460" y="653176"/>
                  <a:pt x="10968148" y="640553"/>
                  <a:pt x="10979412" y="654217"/>
                </a:cubicBezTo>
                <a:cubicBezTo>
                  <a:pt x="10981679" y="643737"/>
                  <a:pt x="10997287" y="663414"/>
                  <a:pt x="11006959" y="657017"/>
                </a:cubicBezTo>
                <a:cubicBezTo>
                  <a:pt x="11023230" y="659396"/>
                  <a:pt x="11051890" y="662462"/>
                  <a:pt x="11077038" y="668487"/>
                </a:cubicBezTo>
                <a:cubicBezTo>
                  <a:pt x="11097000" y="690299"/>
                  <a:pt x="11141286" y="676399"/>
                  <a:pt x="11157850" y="693164"/>
                </a:cubicBezTo>
                <a:cubicBezTo>
                  <a:pt x="11163800" y="695757"/>
                  <a:pt x="11169599" y="696942"/>
                  <a:pt x="11175276" y="697243"/>
                </a:cubicBezTo>
                <a:lnTo>
                  <a:pt x="11191131" y="696085"/>
                </a:lnTo>
                <a:lnTo>
                  <a:pt x="11195573" y="691751"/>
                </a:lnTo>
                <a:lnTo>
                  <a:pt x="11205299" y="693247"/>
                </a:lnTo>
                <a:lnTo>
                  <a:pt x="11223770" y="690335"/>
                </a:lnTo>
                <a:cubicBezTo>
                  <a:pt x="11237778" y="693777"/>
                  <a:pt x="11256852" y="701947"/>
                  <a:pt x="11292119" y="713311"/>
                </a:cubicBezTo>
                <a:cubicBezTo>
                  <a:pt x="11334878" y="733451"/>
                  <a:pt x="11401662" y="729175"/>
                  <a:pt x="11435379" y="758519"/>
                </a:cubicBezTo>
                <a:lnTo>
                  <a:pt x="11604406" y="810476"/>
                </a:lnTo>
                <a:lnTo>
                  <a:pt x="11652155" y="825109"/>
                </a:lnTo>
                <a:lnTo>
                  <a:pt x="11654192" y="827301"/>
                </a:lnTo>
                <a:cubicBezTo>
                  <a:pt x="11661650" y="834729"/>
                  <a:pt x="11669215" y="841480"/>
                  <a:pt x="11676599" y="846628"/>
                </a:cubicBezTo>
                <a:cubicBezTo>
                  <a:pt x="11688258" y="861760"/>
                  <a:pt x="11752266" y="896888"/>
                  <a:pt x="11775168" y="890664"/>
                </a:cubicBezTo>
                <a:cubicBezTo>
                  <a:pt x="11790977" y="883819"/>
                  <a:pt x="11808364" y="879901"/>
                  <a:pt x="11826341" y="877558"/>
                </a:cubicBezTo>
                <a:lnTo>
                  <a:pt x="11879068" y="874038"/>
                </a:lnTo>
                <a:lnTo>
                  <a:pt x="11889563" y="878619"/>
                </a:lnTo>
                <a:lnTo>
                  <a:pt x="12016613" y="886111"/>
                </a:lnTo>
                <a:lnTo>
                  <a:pt x="12108292" y="868500"/>
                </a:lnTo>
                <a:cubicBezTo>
                  <a:pt x="12129725" y="867311"/>
                  <a:pt x="12157891" y="874537"/>
                  <a:pt x="12182910" y="882003"/>
                </a:cubicBezTo>
                <a:lnTo>
                  <a:pt x="12192000" y="884778"/>
                </a:lnTo>
                <a:lnTo>
                  <a:pt x="12192000" y="1610315"/>
                </a:lnTo>
                <a:lnTo>
                  <a:pt x="12191998" y="1610315"/>
                </a:lnTo>
                <a:lnTo>
                  <a:pt x="12191998" y="1924333"/>
                </a:lnTo>
                <a:lnTo>
                  <a:pt x="0" y="1924333"/>
                </a:lnTo>
                <a:lnTo>
                  <a:pt x="0" y="505159"/>
                </a:lnTo>
                <a:lnTo>
                  <a:pt x="5722" y="508889"/>
                </a:lnTo>
                <a:cubicBezTo>
                  <a:pt x="21614" y="518548"/>
                  <a:pt x="33814" y="524781"/>
                  <a:pt x="38476" y="524137"/>
                </a:cubicBezTo>
                <a:cubicBezTo>
                  <a:pt x="99229" y="544180"/>
                  <a:pt x="142010" y="538457"/>
                  <a:pt x="192883" y="545272"/>
                </a:cubicBezTo>
                <a:cubicBezTo>
                  <a:pt x="277629" y="525210"/>
                  <a:pt x="293434" y="558443"/>
                  <a:pt x="343710" y="565029"/>
                </a:cubicBezTo>
                <a:cubicBezTo>
                  <a:pt x="383094" y="555729"/>
                  <a:pt x="425462" y="556271"/>
                  <a:pt x="471066" y="549837"/>
                </a:cubicBezTo>
                <a:cubicBezTo>
                  <a:pt x="513583" y="544428"/>
                  <a:pt x="569194" y="531004"/>
                  <a:pt x="617333" y="526428"/>
                </a:cubicBezTo>
                <a:cubicBezTo>
                  <a:pt x="660031" y="520760"/>
                  <a:pt x="696675" y="523882"/>
                  <a:pt x="725203" y="523793"/>
                </a:cubicBezTo>
                <a:cubicBezTo>
                  <a:pt x="736650" y="521695"/>
                  <a:pt x="780513" y="502146"/>
                  <a:pt x="788494" y="505799"/>
                </a:cubicBezTo>
                <a:lnTo>
                  <a:pt x="885977" y="526585"/>
                </a:lnTo>
                <a:cubicBezTo>
                  <a:pt x="906140" y="522837"/>
                  <a:pt x="917203" y="532232"/>
                  <a:pt x="932142" y="528005"/>
                </a:cubicBezTo>
                <a:cubicBezTo>
                  <a:pt x="963701" y="524128"/>
                  <a:pt x="1061555" y="499582"/>
                  <a:pt x="1090404" y="498299"/>
                </a:cubicBezTo>
                <a:cubicBezTo>
                  <a:pt x="1132840" y="494057"/>
                  <a:pt x="1148476" y="496041"/>
                  <a:pt x="1188628" y="483151"/>
                </a:cubicBezTo>
                <a:cubicBezTo>
                  <a:pt x="1230397" y="468408"/>
                  <a:pt x="1278711" y="457638"/>
                  <a:pt x="1316247" y="425979"/>
                </a:cubicBezTo>
                <a:cubicBezTo>
                  <a:pt x="1322662" y="417251"/>
                  <a:pt x="1339433" y="418553"/>
                  <a:pt x="1357712" y="416549"/>
                </a:cubicBezTo>
                <a:cubicBezTo>
                  <a:pt x="1375991" y="414544"/>
                  <a:pt x="1423507" y="412949"/>
                  <a:pt x="1425921" y="413953"/>
                </a:cubicBezTo>
                <a:cubicBezTo>
                  <a:pt x="1450272" y="407937"/>
                  <a:pt x="1458223" y="388156"/>
                  <a:pt x="1503817" y="380457"/>
                </a:cubicBezTo>
                <a:cubicBezTo>
                  <a:pt x="1541095" y="377398"/>
                  <a:pt x="1605565" y="376357"/>
                  <a:pt x="1639196" y="372785"/>
                </a:cubicBezTo>
                <a:cubicBezTo>
                  <a:pt x="1653280" y="376736"/>
                  <a:pt x="1695289" y="365766"/>
                  <a:pt x="1705606" y="359023"/>
                </a:cubicBezTo>
                <a:cubicBezTo>
                  <a:pt x="1729169" y="336295"/>
                  <a:pt x="1793207" y="348537"/>
                  <a:pt x="1813011" y="331023"/>
                </a:cubicBezTo>
                <a:cubicBezTo>
                  <a:pt x="1820772" y="328179"/>
                  <a:pt x="1823566" y="341833"/>
                  <a:pt x="1831380" y="341307"/>
                </a:cubicBezTo>
                <a:lnTo>
                  <a:pt x="1858612" y="326777"/>
                </a:lnTo>
                <a:lnTo>
                  <a:pt x="1880661" y="335987"/>
                </a:lnTo>
                <a:lnTo>
                  <a:pt x="1941495" y="310792"/>
                </a:lnTo>
                <a:cubicBezTo>
                  <a:pt x="1978970" y="307223"/>
                  <a:pt x="1947391" y="291714"/>
                  <a:pt x="1995402" y="305480"/>
                </a:cubicBezTo>
                <a:cubicBezTo>
                  <a:pt x="2042464" y="298034"/>
                  <a:pt x="2153424" y="281146"/>
                  <a:pt x="2223864" y="266118"/>
                </a:cubicBezTo>
                <a:cubicBezTo>
                  <a:pt x="2261296" y="256300"/>
                  <a:pt x="2360518" y="238323"/>
                  <a:pt x="2418043" y="215314"/>
                </a:cubicBezTo>
                <a:cubicBezTo>
                  <a:pt x="2472088" y="206823"/>
                  <a:pt x="2499422" y="162612"/>
                  <a:pt x="2558461" y="168193"/>
                </a:cubicBezTo>
                <a:cubicBezTo>
                  <a:pt x="2559660" y="164506"/>
                  <a:pt x="2592244" y="161337"/>
                  <a:pt x="2595535" y="158548"/>
                </a:cubicBezTo>
                <a:lnTo>
                  <a:pt x="2626942" y="130400"/>
                </a:lnTo>
                <a:lnTo>
                  <a:pt x="2632225" y="130446"/>
                </a:lnTo>
                <a:lnTo>
                  <a:pt x="2696856" y="128498"/>
                </a:lnTo>
                <a:lnTo>
                  <a:pt x="2759767" y="127784"/>
                </a:lnTo>
                <a:cubicBezTo>
                  <a:pt x="2770024" y="123546"/>
                  <a:pt x="2781047" y="119463"/>
                  <a:pt x="2792685" y="115710"/>
                </a:cubicBezTo>
                <a:lnTo>
                  <a:pt x="2799767" y="113754"/>
                </a:lnTo>
                <a:lnTo>
                  <a:pt x="2829799" y="120042"/>
                </a:lnTo>
                <a:lnTo>
                  <a:pt x="2890704" y="121493"/>
                </a:lnTo>
                <a:cubicBezTo>
                  <a:pt x="2935390" y="121035"/>
                  <a:pt x="2990780" y="113193"/>
                  <a:pt x="3042646" y="112273"/>
                </a:cubicBezTo>
                <a:cubicBezTo>
                  <a:pt x="3077119" y="111474"/>
                  <a:pt x="3124089" y="100414"/>
                  <a:pt x="3146630" y="100898"/>
                </a:cubicBezTo>
                <a:cubicBezTo>
                  <a:pt x="3169381" y="117699"/>
                  <a:pt x="3224695" y="125864"/>
                  <a:pt x="3233163" y="120200"/>
                </a:cubicBezTo>
                <a:lnTo>
                  <a:pt x="3372699" y="129394"/>
                </a:lnTo>
                <a:cubicBezTo>
                  <a:pt x="3389020" y="126586"/>
                  <a:pt x="3397563" y="116804"/>
                  <a:pt x="3394352" y="131671"/>
                </a:cubicBezTo>
                <a:cubicBezTo>
                  <a:pt x="3406102" y="131485"/>
                  <a:pt x="3429770" y="120938"/>
                  <a:pt x="3448218" y="118229"/>
                </a:cubicBezTo>
                <a:lnTo>
                  <a:pt x="3505047" y="115412"/>
                </a:lnTo>
                <a:lnTo>
                  <a:pt x="3521767" y="111071"/>
                </a:lnTo>
                <a:cubicBezTo>
                  <a:pt x="3526335" y="108877"/>
                  <a:pt x="3582156" y="117732"/>
                  <a:pt x="3585137" y="114371"/>
                </a:cubicBezTo>
                <a:cubicBezTo>
                  <a:pt x="3638265" y="102098"/>
                  <a:pt x="3633789" y="98565"/>
                  <a:pt x="3690293" y="98301"/>
                </a:cubicBezTo>
                <a:cubicBezTo>
                  <a:pt x="3782197" y="112746"/>
                  <a:pt x="3826738" y="92943"/>
                  <a:pt x="3867818" y="88985"/>
                </a:cubicBezTo>
                <a:cubicBezTo>
                  <a:pt x="3943777" y="81477"/>
                  <a:pt x="3990501" y="75194"/>
                  <a:pt x="4091337" y="70813"/>
                </a:cubicBezTo>
                <a:cubicBezTo>
                  <a:pt x="4154422" y="62932"/>
                  <a:pt x="4217060" y="45734"/>
                  <a:pt x="4246332" y="41697"/>
                </a:cubicBezTo>
                <a:cubicBezTo>
                  <a:pt x="4253308" y="42804"/>
                  <a:pt x="4260125" y="44606"/>
                  <a:pt x="4266975" y="46592"/>
                </a:cubicBezTo>
                <a:lnTo>
                  <a:pt x="4270566" y="47620"/>
                </a:lnTo>
                <a:lnTo>
                  <a:pt x="4288964" y="52766"/>
                </a:lnTo>
                <a:lnTo>
                  <a:pt x="4365137" y="51783"/>
                </a:lnTo>
                <a:lnTo>
                  <a:pt x="4430546" y="44555"/>
                </a:lnTo>
                <a:lnTo>
                  <a:pt x="4444136" y="39567"/>
                </a:lnTo>
                <a:lnTo>
                  <a:pt x="4534039" y="31604"/>
                </a:lnTo>
                <a:lnTo>
                  <a:pt x="4560448" y="25231"/>
                </a:lnTo>
                <a:lnTo>
                  <a:pt x="4568006" y="25970"/>
                </a:lnTo>
                <a:cubicBezTo>
                  <a:pt x="4580278" y="23866"/>
                  <a:pt x="4594878" y="14904"/>
                  <a:pt x="4595497" y="22958"/>
                </a:cubicBezTo>
                <a:lnTo>
                  <a:pt x="4608623" y="18108"/>
                </a:lnTo>
                <a:lnTo>
                  <a:pt x="4623942" y="22251"/>
                </a:lnTo>
                <a:cubicBezTo>
                  <a:pt x="4633227" y="23117"/>
                  <a:pt x="4655429" y="23973"/>
                  <a:pt x="4664336" y="23306"/>
                </a:cubicBezTo>
                <a:lnTo>
                  <a:pt x="4677385" y="18246"/>
                </a:lnTo>
                <a:lnTo>
                  <a:pt x="4698143" y="18036"/>
                </a:lnTo>
                <a:cubicBezTo>
                  <a:pt x="4710347" y="18931"/>
                  <a:pt x="4736189" y="22441"/>
                  <a:pt x="4750609" y="23611"/>
                </a:cubicBezTo>
                <a:cubicBezTo>
                  <a:pt x="4764270" y="27424"/>
                  <a:pt x="4774858" y="29782"/>
                  <a:pt x="4784658" y="25057"/>
                </a:cubicBezTo>
                <a:cubicBezTo>
                  <a:pt x="4804708" y="29613"/>
                  <a:pt x="4822811" y="48263"/>
                  <a:pt x="4847558" y="38726"/>
                </a:cubicBezTo>
                <a:cubicBezTo>
                  <a:pt x="4868304" y="42993"/>
                  <a:pt x="4867190" y="47939"/>
                  <a:pt x="4909134" y="50659"/>
                </a:cubicBezTo>
                <a:cubicBezTo>
                  <a:pt x="4945026" y="52455"/>
                  <a:pt x="5063406" y="54096"/>
                  <a:pt x="5099219" y="55050"/>
                </a:cubicBezTo>
                <a:cubicBezTo>
                  <a:pt x="5145195" y="57873"/>
                  <a:pt x="5163254" y="65473"/>
                  <a:pt x="5184992" y="67596"/>
                </a:cubicBezTo>
                <a:cubicBezTo>
                  <a:pt x="5206728" y="69720"/>
                  <a:pt x="5195578" y="65687"/>
                  <a:pt x="5229637" y="67789"/>
                </a:cubicBezTo>
                <a:cubicBezTo>
                  <a:pt x="5263695" y="69892"/>
                  <a:pt x="5345217" y="78854"/>
                  <a:pt x="5389346" y="80211"/>
                </a:cubicBezTo>
                <a:cubicBezTo>
                  <a:pt x="5425889" y="83191"/>
                  <a:pt x="5461943" y="84751"/>
                  <a:pt x="5494414" y="75926"/>
                </a:cubicBezTo>
                <a:lnTo>
                  <a:pt x="5528443" y="77206"/>
                </a:lnTo>
                <a:cubicBezTo>
                  <a:pt x="5582723" y="71370"/>
                  <a:pt x="5638917" y="68385"/>
                  <a:pt x="5684939" y="50269"/>
                </a:cubicBezTo>
                <a:cubicBezTo>
                  <a:pt x="5724389" y="45804"/>
                  <a:pt x="5737860" y="52916"/>
                  <a:pt x="5765146" y="50414"/>
                </a:cubicBezTo>
                <a:cubicBezTo>
                  <a:pt x="5792695" y="43060"/>
                  <a:pt x="5827352" y="38097"/>
                  <a:pt x="5848655" y="35257"/>
                </a:cubicBezTo>
                <a:lnTo>
                  <a:pt x="5930656" y="30131"/>
                </a:lnTo>
                <a:lnTo>
                  <a:pt x="6124150" y="31679"/>
                </a:lnTo>
                <a:cubicBezTo>
                  <a:pt x="6138131" y="22216"/>
                  <a:pt x="6167730" y="4075"/>
                  <a:pt x="6189199" y="588"/>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4CAE43-82E3-3649-4C89-2F243FB7C6DF}"/>
              </a:ext>
            </a:extLst>
          </p:cNvPr>
          <p:cNvSpPr>
            <a:spLocks noGrp="1"/>
          </p:cNvSpPr>
          <p:nvPr>
            <p:ph type="title"/>
          </p:nvPr>
        </p:nvSpPr>
        <p:spPr>
          <a:xfrm>
            <a:off x="1255060" y="5279511"/>
            <a:ext cx="9681882" cy="739880"/>
          </a:xfrm>
        </p:spPr>
        <p:txBody>
          <a:bodyPr vert="horz" lIns="91440" tIns="45720" rIns="91440" bIns="45720" rtlCol="0" anchor="b">
            <a:normAutofit/>
          </a:bodyPr>
          <a:lstStyle/>
          <a:p>
            <a:pPr algn="ctr"/>
            <a:r>
              <a:rPr lang="en-US" sz="3600" kern="1200">
                <a:solidFill>
                  <a:schemeClr val="tx1">
                    <a:lumMod val="85000"/>
                    <a:lumOff val="15000"/>
                  </a:schemeClr>
                </a:solidFill>
                <a:latin typeface="+mj-lt"/>
                <a:ea typeface="+mj-ea"/>
                <a:cs typeface="+mj-cs"/>
              </a:rPr>
              <a:t>First Load Test Contd</a:t>
            </a:r>
          </a:p>
        </p:txBody>
      </p:sp>
      <p:pic>
        <p:nvPicPr>
          <p:cNvPr id="4" name="Content Placeholder 3" descr="A screenshot of a computer program&#10;&#10;AI-generated content may be incorrect.">
            <a:extLst>
              <a:ext uri="{FF2B5EF4-FFF2-40B4-BE49-F238E27FC236}">
                <a16:creationId xmlns:a16="http://schemas.microsoft.com/office/drawing/2014/main" id="{E757E46A-1339-9E12-B0DD-859572CF9953}"/>
              </a:ext>
            </a:extLst>
          </p:cNvPr>
          <p:cNvPicPr>
            <a:picLocks noGrp="1" noChangeAspect="1"/>
          </p:cNvPicPr>
          <p:nvPr>
            <p:ph idx="1"/>
          </p:nvPr>
        </p:nvPicPr>
        <p:blipFill>
          <a:blip r:embed="rId2"/>
          <a:stretch>
            <a:fillRect/>
          </a:stretch>
        </p:blipFill>
        <p:spPr>
          <a:xfrm>
            <a:off x="1385698" y="450599"/>
            <a:ext cx="6526249" cy="3556806"/>
          </a:xfrm>
          <a:prstGeom prst="rect">
            <a:avLst/>
          </a:prstGeom>
        </p:spPr>
      </p:pic>
    </p:spTree>
    <p:extLst>
      <p:ext uri="{BB962C8B-B14F-4D97-AF65-F5344CB8AC3E}">
        <p14:creationId xmlns:p14="http://schemas.microsoft.com/office/powerpoint/2010/main" val="287033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5B820-7CBD-B42A-8211-A89A2E0ABB1E}"/>
              </a:ext>
            </a:extLst>
          </p:cNvPr>
          <p:cNvSpPr>
            <a:spLocks noGrp="1"/>
          </p:cNvSpPr>
          <p:nvPr>
            <p:ph type="title"/>
          </p:nvPr>
        </p:nvSpPr>
        <p:spPr/>
        <p:txBody>
          <a:bodyPr/>
          <a:lstStyle/>
          <a:p>
            <a:r>
              <a:rPr lang="en-US"/>
              <a:t>Performance Enhancements I</a:t>
            </a:r>
          </a:p>
        </p:txBody>
      </p:sp>
      <p:sp>
        <p:nvSpPr>
          <p:cNvPr id="3" name="Content Placeholder 2">
            <a:extLst>
              <a:ext uri="{FF2B5EF4-FFF2-40B4-BE49-F238E27FC236}">
                <a16:creationId xmlns:a16="http://schemas.microsoft.com/office/drawing/2014/main" id="{1821FD84-D230-90CC-5C70-B59202CF0E59}"/>
              </a:ext>
            </a:extLst>
          </p:cNvPr>
          <p:cNvSpPr>
            <a:spLocks noGrp="1"/>
          </p:cNvSpPr>
          <p:nvPr>
            <p:ph idx="1"/>
          </p:nvPr>
        </p:nvSpPr>
        <p:spPr/>
        <p:txBody>
          <a:bodyPr vert="horz" lIns="91440" tIns="45720" rIns="91440" bIns="45720" rtlCol="0" anchor="t">
            <a:normAutofit/>
          </a:bodyPr>
          <a:lstStyle/>
          <a:p>
            <a:r>
              <a:rPr lang="en-US" dirty="0">
                <a:solidFill>
                  <a:schemeClr val="accent6"/>
                </a:solidFill>
              </a:rPr>
              <a:t>Server struggled to keep client connections</a:t>
            </a:r>
          </a:p>
          <a:p>
            <a:r>
              <a:rPr lang="en-US" dirty="0">
                <a:solidFill>
                  <a:schemeClr val="accent5"/>
                </a:solidFill>
              </a:rPr>
              <a:t>Server was creating new thread for each client, relying on OS to schedule </a:t>
            </a:r>
            <a:r>
              <a:rPr lang="en-US" u="sng" dirty="0">
                <a:solidFill>
                  <a:schemeClr val="accent5"/>
                </a:solidFill>
              </a:rPr>
              <a:t>threads</a:t>
            </a:r>
          </a:p>
          <a:p>
            <a:pPr lvl="8">
              <a:buFont typeface="Wingdings,Sans-Serif" panose="020B0604020202020204" pitchFamily="34" charset="0"/>
              <a:buChar char="§"/>
            </a:pPr>
            <a:endParaRPr lang="en-US" sz="2400" dirty="0"/>
          </a:p>
          <a:p>
            <a:pPr lvl="8">
              <a:buFont typeface="Wingdings,Sans-Serif" panose="020B0604020202020204" pitchFamily="34" charset="0"/>
              <a:buChar char="§"/>
            </a:pPr>
            <a:endParaRPr lang="en-US" sz="2400" dirty="0"/>
          </a:p>
          <a:p>
            <a:pPr lvl="8">
              <a:buFont typeface="Wingdings,Sans-Serif" panose="020B0604020202020204" pitchFamily="34" charset="0"/>
              <a:buChar char="§"/>
            </a:pPr>
            <a:r>
              <a:rPr lang="en-US" sz="2400" dirty="0">
                <a:highlight>
                  <a:srgbClr val="FFFF00"/>
                </a:highlight>
              </a:rPr>
              <a:t>Result: Threads hanging and timing out</a:t>
            </a:r>
            <a:endParaRPr lang="en-US" dirty="0">
              <a:highlight>
                <a:srgbClr val="FFFF00"/>
              </a:highlight>
            </a:endParaRPr>
          </a:p>
          <a:p>
            <a:endParaRPr lang="en-US" dirty="0"/>
          </a:p>
        </p:txBody>
      </p:sp>
    </p:spTree>
    <p:extLst>
      <p:ext uri="{BB962C8B-B14F-4D97-AF65-F5344CB8AC3E}">
        <p14:creationId xmlns:p14="http://schemas.microsoft.com/office/powerpoint/2010/main" val="1743783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4E99F-EA8F-897E-F229-876B41E7D4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8E15C1-DB99-F35A-3859-FA09AC7AAB82}"/>
              </a:ext>
            </a:extLst>
          </p:cNvPr>
          <p:cNvSpPr>
            <a:spLocks noGrp="1"/>
          </p:cNvSpPr>
          <p:nvPr>
            <p:ph type="title"/>
          </p:nvPr>
        </p:nvSpPr>
        <p:spPr/>
        <p:txBody>
          <a:bodyPr/>
          <a:lstStyle/>
          <a:p>
            <a:r>
              <a:rPr lang="en-US"/>
              <a:t>Performance Enhancements II</a:t>
            </a:r>
          </a:p>
        </p:txBody>
      </p:sp>
      <p:sp>
        <p:nvSpPr>
          <p:cNvPr id="3" name="Content Placeholder 2">
            <a:extLst>
              <a:ext uri="{FF2B5EF4-FFF2-40B4-BE49-F238E27FC236}">
                <a16:creationId xmlns:a16="http://schemas.microsoft.com/office/drawing/2014/main" id="{DDEFACB9-EB3C-E73C-9FA0-D6D38F7A2196}"/>
              </a:ext>
            </a:extLst>
          </p:cNvPr>
          <p:cNvSpPr>
            <a:spLocks noGrp="1"/>
          </p:cNvSpPr>
          <p:nvPr>
            <p:ph idx="1"/>
          </p:nvPr>
        </p:nvSpPr>
        <p:spPr/>
        <p:txBody>
          <a:bodyPr vert="horz" lIns="91440" tIns="45720" rIns="91440" bIns="45720" rtlCol="0" anchor="t">
            <a:normAutofit/>
          </a:bodyPr>
          <a:lstStyle/>
          <a:p>
            <a:r>
              <a:rPr lang="en-US" dirty="0"/>
              <a:t>Architecture changed to use thread pool</a:t>
            </a:r>
          </a:p>
          <a:p>
            <a:pPr lvl="1">
              <a:buFont typeface="Courier New" panose="020B0604020202020204" pitchFamily="34" charset="0"/>
              <a:buChar char="o"/>
            </a:pPr>
            <a:r>
              <a:rPr lang="en-US" dirty="0"/>
              <a:t>Limiting number of open threads</a:t>
            </a:r>
          </a:p>
          <a:p>
            <a:pPr lvl="1">
              <a:buFont typeface="Courier New" panose="020B0604020202020204" pitchFamily="34" charset="0"/>
              <a:buChar char="o"/>
            </a:pPr>
            <a:r>
              <a:rPr lang="en-US" dirty="0"/>
              <a:t>Client checks for active sockets</a:t>
            </a:r>
          </a:p>
          <a:p>
            <a:pPr lvl="1">
              <a:buFont typeface="Courier New" panose="020B0604020202020204" pitchFamily="34" charset="0"/>
              <a:buChar char="o"/>
            </a:pPr>
            <a:r>
              <a:rPr lang="en-US" dirty="0"/>
              <a:t>Retries communication</a:t>
            </a:r>
          </a:p>
          <a:p>
            <a:pPr lvl="3"/>
            <a:endParaRPr lang="en-US" dirty="0"/>
          </a:p>
          <a:p>
            <a:pPr lvl="3"/>
            <a:endParaRPr lang="en-US" dirty="0"/>
          </a:p>
          <a:p>
            <a:pPr lvl="5">
              <a:buFont typeface="Wingdings" panose="020B0604020202020204" pitchFamily="34" charset="0"/>
              <a:buChar char="§"/>
            </a:pPr>
            <a:r>
              <a:rPr lang="en-US" sz="2400" dirty="0"/>
              <a:t>Result: Threads no longer hand and timeout</a:t>
            </a:r>
          </a:p>
        </p:txBody>
      </p:sp>
    </p:spTree>
    <p:extLst>
      <p:ext uri="{BB962C8B-B14F-4D97-AF65-F5344CB8AC3E}">
        <p14:creationId xmlns:p14="http://schemas.microsoft.com/office/powerpoint/2010/main" val="1283120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ECE32A-CC3B-5D27-C02E-50906BD1357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1FB02EB-2C5B-1493-B2A5-072F0AFF9665}"/>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Performance Testing Results Contd</a:t>
            </a:r>
          </a:p>
        </p:txBody>
      </p:sp>
      <p:sp>
        <p:nvSpPr>
          <p:cNvPr id="3" name="Text Placeholder 2">
            <a:extLst>
              <a:ext uri="{FF2B5EF4-FFF2-40B4-BE49-F238E27FC236}">
                <a16:creationId xmlns:a16="http://schemas.microsoft.com/office/drawing/2014/main" id="{0EB4AB08-19BD-A83E-42F1-B2317E2931E3}"/>
              </a:ext>
            </a:extLst>
          </p:cNvPr>
          <p:cNvSpPr>
            <a:spLocks noGrp="1"/>
          </p:cNvSpPr>
          <p:nvPr>
            <p:ph type="body" idx="1"/>
          </p:nvPr>
        </p:nvSpPr>
        <p:spPr>
          <a:xfrm>
            <a:off x="1966912" y="5645150"/>
            <a:ext cx="8258176" cy="631825"/>
          </a:xfrm>
        </p:spPr>
        <p:txBody>
          <a:bodyPr vert="horz" lIns="91440" tIns="45720" rIns="91440" bIns="45720" rtlCol="0" anchor="ctr">
            <a:normAutofit/>
          </a:bodyPr>
          <a:lstStyle/>
          <a:p>
            <a:pPr algn="ctr"/>
            <a:endParaRPr lang="en-US" sz="2800" kern="1200">
              <a:solidFill>
                <a:schemeClr val="tx1"/>
              </a:solidFill>
              <a:latin typeface="+mn-lt"/>
              <a:ea typeface="+mn-ea"/>
              <a:cs typeface="+mn-cs"/>
            </a:endParaRPr>
          </a:p>
        </p:txBody>
      </p:sp>
      <p:sp>
        <p:nvSpPr>
          <p:cNvPr id="14"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4934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66C7D9-7535-7383-3FC8-5825A71DBD6A}"/>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EAFE21-D1E0-28D0-DB98-5FC980BE7ADA}"/>
              </a:ext>
            </a:extLst>
          </p:cNvPr>
          <p:cNvSpPr>
            <a:spLocks noGrp="1"/>
          </p:cNvSpPr>
          <p:nvPr>
            <p:ph type="title"/>
          </p:nvPr>
        </p:nvSpPr>
        <p:spPr>
          <a:xfrm>
            <a:off x="553966" y="639520"/>
            <a:ext cx="3429000" cy="1719072"/>
          </a:xfrm>
        </p:spPr>
        <p:txBody>
          <a:bodyPr vert="horz" lIns="91440" tIns="45720" rIns="91440" bIns="45720" rtlCol="0" anchor="b">
            <a:normAutofit/>
          </a:bodyPr>
          <a:lstStyle/>
          <a:p>
            <a:pPr algn="ctr"/>
            <a:r>
              <a:rPr lang="en-US" sz="4600" kern="1200">
                <a:latin typeface="+mj-lt"/>
                <a:ea typeface="+mj-ea"/>
                <a:cs typeface="+mj-cs"/>
              </a:rPr>
              <a:t>Load Test 2 300 Clients</a:t>
            </a:r>
            <a:endParaRPr lang="en-US">
              <a:ea typeface="+mj-ea"/>
              <a:cs typeface="+mj-cs"/>
            </a:endParaRPr>
          </a:p>
        </p:txBody>
      </p:sp>
      <p:sp>
        <p:nvSpPr>
          <p:cNvPr id="19"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0623413-9547-7481-5FDB-A0E9C0393AC6}"/>
              </a:ext>
            </a:extLst>
          </p:cNvPr>
          <p:cNvSpPr txBox="1"/>
          <p:nvPr/>
        </p:nvSpPr>
        <p:spPr>
          <a:xfrm>
            <a:off x="630936" y="2807208"/>
            <a:ext cx="3429000" cy="341071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1700" b="1" dirty="0"/>
              <a:t>Server</a:t>
            </a:r>
            <a:r>
              <a:rPr lang="en-US" sz="1700" dirty="0"/>
              <a:t> handled 300 clients without</a:t>
            </a:r>
          </a:p>
          <a:p>
            <a:pPr marL="285750" indent="-228600">
              <a:lnSpc>
                <a:spcPct val="90000"/>
              </a:lnSpc>
              <a:spcAft>
                <a:spcPts val="600"/>
              </a:spcAft>
              <a:buFont typeface="Arial" panose="020B0604020202020204" pitchFamily="34" charset="0"/>
              <a:buChar char="•"/>
            </a:pPr>
            <a:endParaRPr lang="en-US" sz="1700" dirty="0"/>
          </a:p>
          <a:p>
            <a:pPr marL="285750" indent="-228600">
              <a:lnSpc>
                <a:spcPct val="90000"/>
              </a:lnSpc>
              <a:spcAft>
                <a:spcPts val="600"/>
              </a:spcAft>
              <a:buFont typeface="Arial" panose="020B0604020202020204" pitchFamily="34" charset="0"/>
              <a:buChar char="•"/>
            </a:pPr>
            <a:r>
              <a:rPr lang="en-US" sz="1700" dirty="0"/>
              <a:t>CPU stayed low and stable (~10–15%) lol</a:t>
            </a:r>
          </a:p>
          <a:p>
            <a:pPr marL="285750" indent="-228600">
              <a:lnSpc>
                <a:spcPct val="90000"/>
              </a:lnSpc>
              <a:spcAft>
                <a:spcPts val="600"/>
              </a:spcAft>
              <a:buFont typeface="Arial" panose="020B0604020202020204" pitchFamily="34" charset="0"/>
              <a:buChar char="•"/>
            </a:pPr>
            <a:endParaRPr lang="en-US" sz="1700" dirty="0"/>
          </a:p>
          <a:p>
            <a:pPr marL="285750" indent="-228600">
              <a:lnSpc>
                <a:spcPct val="90000"/>
              </a:lnSpc>
              <a:spcAft>
                <a:spcPts val="600"/>
              </a:spcAft>
              <a:buFont typeface="Arial" panose="020B0604020202020204" pitchFamily="34" charset="0"/>
              <a:buChar char="•"/>
            </a:pPr>
            <a:r>
              <a:rPr lang="en-US" sz="1700" dirty="0"/>
              <a:t>Thread pool managed client load well</a:t>
            </a:r>
          </a:p>
          <a:p>
            <a:pPr marL="285750" indent="-228600">
              <a:lnSpc>
                <a:spcPct val="90000"/>
              </a:lnSpc>
              <a:spcAft>
                <a:spcPts val="600"/>
              </a:spcAft>
              <a:buFont typeface="Arial" panose="020B0604020202020204" pitchFamily="34" charset="0"/>
              <a:buChar char="•"/>
            </a:pPr>
            <a:endParaRPr lang="en-US" sz="1700" dirty="0"/>
          </a:p>
          <a:p>
            <a:pPr marL="285750" indent="-228600">
              <a:lnSpc>
                <a:spcPct val="90000"/>
              </a:lnSpc>
              <a:spcAft>
                <a:spcPts val="600"/>
              </a:spcAft>
              <a:buFont typeface="Arial" panose="020B0604020202020204" pitchFamily="34" charset="0"/>
              <a:buChar char="•"/>
            </a:pPr>
            <a:r>
              <a:rPr lang="en-US" sz="1700" dirty="0"/>
              <a:t>Most CPU used by socket &amp; logging functions</a:t>
            </a:r>
          </a:p>
        </p:txBody>
      </p:sp>
    </p:spTree>
    <p:extLst>
      <p:ext uri="{BB962C8B-B14F-4D97-AF65-F5344CB8AC3E}">
        <p14:creationId xmlns:p14="http://schemas.microsoft.com/office/powerpoint/2010/main" val="3893448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3CCCC7-F40F-BC27-188A-E0AB1FA27FB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1D3FBAE-2526-FE60-E441-A80663081A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65D915D-36ED-BE3C-7CC7-A6151666A4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8DF09AEB-E79B-637C-35CC-0BD2BFB0E5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634F2BC-321C-03DD-A96D-A7121810CB7C}"/>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dirty="0"/>
              <a:t>Endurance</a:t>
            </a:r>
            <a:r>
              <a:rPr lang="en-US" sz="7200" kern="1200" dirty="0">
                <a:latin typeface="+mj-lt"/>
                <a:ea typeface="+mj-ea"/>
                <a:cs typeface="+mj-cs"/>
              </a:rPr>
              <a:t> Testing Results</a:t>
            </a:r>
            <a:endParaRPr lang="en-US" sz="7200" kern="1200" dirty="0">
              <a:latin typeface="+mj-lt"/>
            </a:endParaRPr>
          </a:p>
        </p:txBody>
      </p:sp>
      <p:sp>
        <p:nvSpPr>
          <p:cNvPr id="3" name="Text Placeholder 2">
            <a:extLst>
              <a:ext uri="{FF2B5EF4-FFF2-40B4-BE49-F238E27FC236}">
                <a16:creationId xmlns:a16="http://schemas.microsoft.com/office/drawing/2014/main" id="{67AC98C2-B04B-AC5B-008B-A884421EA6D5}"/>
              </a:ext>
            </a:extLst>
          </p:cNvPr>
          <p:cNvSpPr>
            <a:spLocks noGrp="1"/>
          </p:cNvSpPr>
          <p:nvPr>
            <p:ph type="body" idx="1"/>
          </p:nvPr>
        </p:nvSpPr>
        <p:spPr>
          <a:xfrm>
            <a:off x="1966912" y="5645150"/>
            <a:ext cx="8258176" cy="631825"/>
          </a:xfrm>
        </p:spPr>
        <p:txBody>
          <a:bodyPr vert="horz" lIns="91440" tIns="45720" rIns="91440" bIns="45720" rtlCol="0" anchor="ctr">
            <a:normAutofit/>
          </a:bodyPr>
          <a:lstStyle/>
          <a:p>
            <a:pPr algn="ctr"/>
            <a:endParaRPr lang="en-US" sz="2800" kern="1200">
              <a:solidFill>
                <a:schemeClr val="tx1"/>
              </a:solidFill>
              <a:latin typeface="+mn-lt"/>
              <a:ea typeface="+mn-ea"/>
              <a:cs typeface="+mn-cs"/>
            </a:endParaRPr>
          </a:p>
        </p:txBody>
      </p:sp>
      <p:sp>
        <p:nvSpPr>
          <p:cNvPr id="14" name="Rectangle 13">
            <a:extLst>
              <a:ext uri="{FF2B5EF4-FFF2-40B4-BE49-F238E27FC236}">
                <a16:creationId xmlns:a16="http://schemas.microsoft.com/office/drawing/2014/main" id="{B1A9CC1C-5591-6B1B-0CDF-A4697EDA59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4434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F81669-289D-5E60-442F-C524AB01EB86}"/>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12CC1A7-7C0C-E72A-6120-C5069A8490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049E94-693E-F430-F66F-4AE31EFBB4BB}"/>
              </a:ext>
            </a:extLst>
          </p:cNvPr>
          <p:cNvSpPr>
            <a:spLocks noGrp="1"/>
          </p:cNvSpPr>
          <p:nvPr>
            <p:ph type="title"/>
          </p:nvPr>
        </p:nvSpPr>
        <p:spPr>
          <a:xfrm>
            <a:off x="553966" y="114258"/>
            <a:ext cx="3473388" cy="2244334"/>
          </a:xfrm>
        </p:spPr>
        <p:txBody>
          <a:bodyPr vert="horz" lIns="91440" tIns="45720" rIns="91440" bIns="45720" rtlCol="0" anchor="b">
            <a:normAutofit/>
          </a:bodyPr>
          <a:lstStyle/>
          <a:p>
            <a:pPr algn="ctr"/>
            <a:r>
              <a:rPr lang="en-US" sz="3600"/>
              <a:t>Endurance Testing </a:t>
            </a:r>
            <a:r>
              <a:rPr lang="en-US" sz="3600">
                <a:ea typeface="+mj-lt"/>
                <a:cs typeface="+mj-lt"/>
              </a:rPr>
              <a:t>– Memory Usage (65 Min)</a:t>
            </a:r>
            <a:endParaRPr lang="en-US" sz="3600"/>
          </a:p>
        </p:txBody>
      </p:sp>
      <p:sp>
        <p:nvSpPr>
          <p:cNvPr id="19" name="sketch line">
            <a:extLst>
              <a:ext uri="{FF2B5EF4-FFF2-40B4-BE49-F238E27FC236}">
                <a16:creationId xmlns:a16="http://schemas.microsoft.com/office/drawing/2014/main" id="{A9381D4B-A794-EB6D-162A-E89D78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553ED20-C43A-B8AA-44C6-328D90E5F734}"/>
              </a:ext>
            </a:extLst>
          </p:cNvPr>
          <p:cNvSpPr txBox="1"/>
          <p:nvPr/>
        </p:nvSpPr>
        <p:spPr>
          <a:xfrm>
            <a:off x="586548" y="3110528"/>
            <a:ext cx="3406806" cy="2367586"/>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1700" dirty="0">
                <a:ea typeface="+mn-lt"/>
                <a:cs typeface="+mn-lt"/>
              </a:rPr>
              <a:t>Memory climbed slowly then stabilized</a:t>
            </a:r>
            <a:endParaRPr lang="en-US" dirty="0"/>
          </a:p>
          <a:p>
            <a:pPr marL="285750" indent="-228600">
              <a:lnSpc>
                <a:spcPct val="90000"/>
              </a:lnSpc>
              <a:spcAft>
                <a:spcPts val="600"/>
              </a:spcAft>
              <a:buFont typeface="Arial" panose="020B0604020202020204" pitchFamily="34" charset="0"/>
              <a:buChar char="•"/>
            </a:pPr>
            <a:r>
              <a:rPr lang="en-US" dirty="0"/>
              <a:t>hacker</a:t>
            </a:r>
          </a:p>
          <a:p>
            <a:pPr marL="285750" indent="-228600">
              <a:lnSpc>
                <a:spcPct val="90000"/>
              </a:lnSpc>
              <a:spcAft>
                <a:spcPts val="600"/>
              </a:spcAft>
              <a:buFont typeface="Arial" panose="020B0604020202020204" pitchFamily="34" charset="0"/>
              <a:buChar char="•"/>
            </a:pPr>
            <a:r>
              <a:rPr lang="en-US" sz="1700" dirty="0">
                <a:ea typeface="+mn-lt"/>
                <a:cs typeface="+mn-lt"/>
              </a:rPr>
              <a:t>No memory leaks or spikes</a:t>
            </a:r>
            <a:endParaRPr lang="en-US" dirty="0"/>
          </a:p>
          <a:p>
            <a:pPr marL="285750" indent="-228600">
              <a:lnSpc>
                <a:spcPct val="90000"/>
              </a:lnSpc>
              <a:spcAft>
                <a:spcPts val="600"/>
              </a:spcAft>
              <a:buFont typeface="Arial" panose="020B0604020202020204" pitchFamily="34" charset="0"/>
              <a:buChar char="•"/>
            </a:pPr>
            <a:endParaRPr lang="en-US" dirty="0"/>
          </a:p>
          <a:p>
            <a:pPr marL="285750" indent="-228600">
              <a:lnSpc>
                <a:spcPct val="90000"/>
              </a:lnSpc>
              <a:spcAft>
                <a:spcPts val="600"/>
              </a:spcAft>
              <a:buFont typeface="Arial" panose="020B0604020202020204" pitchFamily="34" charset="0"/>
              <a:buChar char="•"/>
            </a:pPr>
            <a:r>
              <a:rPr lang="en-US" sz="1700" dirty="0">
                <a:ea typeface="+mn-lt"/>
                <a:cs typeface="+mn-lt"/>
              </a:rPr>
              <a:t>Server ran the full hour with no issues</a:t>
            </a:r>
            <a:endParaRPr lang="en-US" dirty="0"/>
          </a:p>
        </p:txBody>
      </p:sp>
    </p:spTree>
    <p:extLst>
      <p:ext uri="{BB962C8B-B14F-4D97-AF65-F5344CB8AC3E}">
        <p14:creationId xmlns:p14="http://schemas.microsoft.com/office/powerpoint/2010/main" val="36781964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7D76A4-35CD-6725-5127-5A79E2F48434}"/>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0B6327C-AF20-EBA7-9A01-D5AC7F8B34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2A5B44-20B3-A4F6-694C-798C16581AE4}"/>
              </a:ext>
            </a:extLst>
          </p:cNvPr>
          <p:cNvSpPr>
            <a:spLocks noGrp="1"/>
          </p:cNvSpPr>
          <p:nvPr>
            <p:ph type="title"/>
          </p:nvPr>
        </p:nvSpPr>
        <p:spPr>
          <a:xfrm>
            <a:off x="553966" y="114258"/>
            <a:ext cx="3473388" cy="2244334"/>
          </a:xfrm>
        </p:spPr>
        <p:txBody>
          <a:bodyPr vert="horz" lIns="91440" tIns="45720" rIns="91440" bIns="45720" rtlCol="0" anchor="b">
            <a:normAutofit/>
          </a:bodyPr>
          <a:lstStyle/>
          <a:p>
            <a:pPr algn="ctr"/>
            <a:r>
              <a:rPr lang="en-US" sz="3600">
                <a:ea typeface="+mj-lt"/>
                <a:cs typeface="+mj-lt"/>
              </a:rPr>
              <a:t>Endurance Testing – CPU Usage (65 Min)</a:t>
            </a:r>
            <a:endParaRPr lang="en-US" sz="3600"/>
          </a:p>
        </p:txBody>
      </p:sp>
      <p:sp>
        <p:nvSpPr>
          <p:cNvPr id="19" name="sketch line">
            <a:extLst>
              <a:ext uri="{FF2B5EF4-FFF2-40B4-BE49-F238E27FC236}">
                <a16:creationId xmlns:a16="http://schemas.microsoft.com/office/drawing/2014/main" id="{61F6D53F-8075-6A97-C9A4-5C5E19C3A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C438F47-0973-2B31-EAA0-6E070C19C790}"/>
              </a:ext>
            </a:extLst>
          </p:cNvPr>
          <p:cNvSpPr txBox="1"/>
          <p:nvPr/>
        </p:nvSpPr>
        <p:spPr>
          <a:xfrm>
            <a:off x="586548" y="3110528"/>
            <a:ext cx="3406806" cy="2367586"/>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1700">
                <a:ea typeface="+mn-lt"/>
                <a:cs typeface="+mn-lt"/>
              </a:rPr>
              <a:t>CPU stayed low and consistent (~10–15%)</a:t>
            </a:r>
            <a:endParaRPr lang="en-US"/>
          </a:p>
          <a:p>
            <a:pPr marL="285750" indent="-228600">
              <a:lnSpc>
                <a:spcPct val="90000"/>
              </a:lnSpc>
              <a:spcAft>
                <a:spcPts val="600"/>
              </a:spcAft>
              <a:buFont typeface="Arial" panose="020B0604020202020204" pitchFamily="34" charset="0"/>
              <a:buChar char="•"/>
            </a:pPr>
            <a:endParaRPr lang="en-US"/>
          </a:p>
          <a:p>
            <a:pPr marL="285750" indent="-228600">
              <a:lnSpc>
                <a:spcPct val="90000"/>
              </a:lnSpc>
              <a:spcAft>
                <a:spcPts val="600"/>
              </a:spcAft>
              <a:buFont typeface="Arial" panose="020B0604020202020204" pitchFamily="34" charset="0"/>
              <a:buChar char="•"/>
            </a:pPr>
            <a:r>
              <a:rPr lang="en-US" sz="1700">
                <a:ea typeface="+mn-lt"/>
                <a:cs typeface="+mn-lt"/>
              </a:rPr>
              <a:t>Thread pool balanced the load</a:t>
            </a:r>
            <a:endParaRPr lang="en-US"/>
          </a:p>
          <a:p>
            <a:pPr marL="285750" indent="-228600">
              <a:lnSpc>
                <a:spcPct val="90000"/>
              </a:lnSpc>
              <a:spcAft>
                <a:spcPts val="600"/>
              </a:spcAft>
              <a:buFont typeface="Arial" panose="020B0604020202020204" pitchFamily="34" charset="0"/>
              <a:buChar char="•"/>
            </a:pPr>
            <a:endParaRPr lang="en-US"/>
          </a:p>
          <a:p>
            <a:pPr marL="285750" indent="-228600">
              <a:lnSpc>
                <a:spcPct val="90000"/>
              </a:lnSpc>
              <a:spcAft>
                <a:spcPts val="600"/>
              </a:spcAft>
              <a:buFont typeface="Arial" panose="020B0604020202020204" pitchFamily="34" charset="0"/>
              <a:buChar char="•"/>
            </a:pPr>
            <a:r>
              <a:rPr lang="en-US" sz="1700">
                <a:ea typeface="+mn-lt"/>
                <a:cs typeface="+mn-lt"/>
              </a:rPr>
              <a:t>Most work done by networking &amp; logging functions</a:t>
            </a:r>
            <a:endParaRPr lang="en-US"/>
          </a:p>
        </p:txBody>
      </p:sp>
      <p:pic>
        <p:nvPicPr>
          <p:cNvPr id="4" name="Picture 3" descr="A screenshot of a computer&#10;&#10;AI-generated content may be incorrect.">
            <a:extLst>
              <a:ext uri="{FF2B5EF4-FFF2-40B4-BE49-F238E27FC236}">
                <a16:creationId xmlns:a16="http://schemas.microsoft.com/office/drawing/2014/main" id="{23CA67FE-DCAC-B8A0-4208-CCD2D8602E23}"/>
              </a:ext>
            </a:extLst>
          </p:cNvPr>
          <p:cNvPicPr>
            <a:picLocks noChangeAspect="1"/>
          </p:cNvPicPr>
          <p:nvPr/>
        </p:nvPicPr>
        <p:blipFill>
          <a:blip r:embed="rId3"/>
          <a:stretch>
            <a:fillRect/>
          </a:stretch>
        </p:blipFill>
        <p:spPr>
          <a:xfrm>
            <a:off x="3994578" y="863866"/>
            <a:ext cx="8197273" cy="5128624"/>
          </a:xfrm>
          <a:prstGeom prst="rect">
            <a:avLst/>
          </a:prstGeom>
        </p:spPr>
      </p:pic>
    </p:spTree>
    <p:extLst>
      <p:ext uri="{BB962C8B-B14F-4D97-AF65-F5344CB8AC3E}">
        <p14:creationId xmlns:p14="http://schemas.microsoft.com/office/powerpoint/2010/main" val="27596338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4FAE64-A13D-350C-E1E9-98EC129F3E5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C4550F0-141A-A88E-6584-1B38A6088CEC}"/>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Crash Testing</a:t>
            </a:r>
          </a:p>
        </p:txBody>
      </p:sp>
      <p:sp>
        <p:nvSpPr>
          <p:cNvPr id="3" name="Text Placeholder 2">
            <a:extLst>
              <a:ext uri="{FF2B5EF4-FFF2-40B4-BE49-F238E27FC236}">
                <a16:creationId xmlns:a16="http://schemas.microsoft.com/office/drawing/2014/main" id="{6D93C094-5A97-C0CB-CAFB-E9A14957EAC9}"/>
              </a:ext>
            </a:extLst>
          </p:cNvPr>
          <p:cNvSpPr>
            <a:spLocks noGrp="1"/>
          </p:cNvSpPr>
          <p:nvPr>
            <p:ph type="body" idx="1"/>
          </p:nvPr>
        </p:nvSpPr>
        <p:spPr>
          <a:xfrm>
            <a:off x="1966912" y="5645150"/>
            <a:ext cx="8258176" cy="631825"/>
          </a:xfrm>
        </p:spPr>
        <p:txBody>
          <a:bodyPr vert="horz" lIns="91440" tIns="45720" rIns="91440" bIns="45720" rtlCol="0" anchor="ctr">
            <a:normAutofit/>
          </a:bodyPr>
          <a:lstStyle/>
          <a:p>
            <a:pPr algn="ctr"/>
            <a:endParaRPr lang="en-US" sz="2800" kern="1200">
              <a:solidFill>
                <a:schemeClr val="tx1"/>
              </a:solidFill>
              <a:latin typeface="+mn-lt"/>
              <a:ea typeface="+mn-ea"/>
              <a:cs typeface="+mn-cs"/>
            </a:endParaRPr>
          </a:p>
        </p:txBody>
      </p:sp>
      <p:sp>
        <p:nvSpPr>
          <p:cNvPr id="14"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32108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CFA661-5B8D-0B1F-7C21-04155F3D3E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619122-C907-75A5-8D19-33C9F3CC3014}"/>
              </a:ext>
            </a:extLst>
          </p:cNvPr>
          <p:cNvSpPr>
            <a:spLocks noGrp="1"/>
          </p:cNvSpPr>
          <p:nvPr>
            <p:ph type="title"/>
          </p:nvPr>
        </p:nvSpPr>
        <p:spPr>
          <a:xfrm>
            <a:off x="762000" y="1138036"/>
            <a:ext cx="3893126" cy="1402470"/>
          </a:xfrm>
        </p:spPr>
        <p:txBody>
          <a:bodyPr anchor="t">
            <a:normAutofit/>
          </a:bodyPr>
          <a:lstStyle/>
          <a:p>
            <a:r>
              <a:rPr lang="en-US" sz="3200"/>
              <a:t>Client Report – Crash Testing</a:t>
            </a:r>
          </a:p>
        </p:txBody>
      </p:sp>
      <p:cxnSp>
        <p:nvCxnSpPr>
          <p:cNvPr id="11" name="Straight Connector 10">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FD1427B-D5F8-2221-B6CE-E76BB01D272A}"/>
              </a:ext>
            </a:extLst>
          </p:cNvPr>
          <p:cNvSpPr>
            <a:spLocks noGrp="1"/>
          </p:cNvSpPr>
          <p:nvPr>
            <p:ph idx="1"/>
          </p:nvPr>
        </p:nvSpPr>
        <p:spPr>
          <a:xfrm>
            <a:off x="762001" y="2551176"/>
            <a:ext cx="3893126" cy="3591207"/>
          </a:xfrm>
        </p:spPr>
        <p:txBody>
          <a:bodyPr vert="horz" lIns="91440" tIns="45720" rIns="91440" bIns="45720" rtlCol="0">
            <a:normAutofit/>
          </a:bodyPr>
          <a:lstStyle/>
          <a:p>
            <a:pPr marL="0" indent="0">
              <a:buNone/>
            </a:pPr>
            <a:r>
              <a:rPr lang="en-US" sz="2000"/>
              <a:t>Initially, clients launched and communicated with server successfully</a:t>
            </a:r>
          </a:p>
          <a:p>
            <a:pPr marL="0" indent="0">
              <a:buNone/>
            </a:pPr>
            <a:endParaRPr lang="en-US" sz="2000"/>
          </a:p>
          <a:p>
            <a:pPr marL="0" indent="0">
              <a:buNone/>
            </a:pPr>
            <a:r>
              <a:rPr lang="en-US" sz="2000"/>
              <a:t>After Reaching ~100+ Clients Threshold - System ran out of memory and failed to spawn clients</a:t>
            </a:r>
          </a:p>
          <a:p>
            <a:pPr marL="0" indent="0">
              <a:buNone/>
            </a:pPr>
            <a:endParaRPr lang="en-US" sz="2000"/>
          </a:p>
        </p:txBody>
      </p:sp>
      <p:pic>
        <p:nvPicPr>
          <p:cNvPr id="6" name="Picture 5" descr="A screenshot of a computer&#10;&#10;AI-generated content may be incorrect.">
            <a:extLst>
              <a:ext uri="{FF2B5EF4-FFF2-40B4-BE49-F238E27FC236}">
                <a16:creationId xmlns:a16="http://schemas.microsoft.com/office/drawing/2014/main" id="{AEB63932-2DFF-0635-1F06-999D6EC52695}"/>
              </a:ext>
            </a:extLst>
          </p:cNvPr>
          <p:cNvPicPr>
            <a:picLocks noChangeAspect="1"/>
          </p:cNvPicPr>
          <p:nvPr/>
        </p:nvPicPr>
        <p:blipFill>
          <a:blip r:embed="rId2"/>
          <a:srcRect r="846" b="1"/>
          <a:stretch/>
        </p:blipFill>
        <p:spPr>
          <a:xfrm>
            <a:off x="5344391" y="10"/>
            <a:ext cx="6847609" cy="4488855"/>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3C1EFA21-E526-8807-3961-F99AB371D1A3}"/>
              </a:ext>
            </a:extLst>
          </p:cNvPr>
          <p:cNvPicPr>
            <a:picLocks noChangeAspect="1"/>
          </p:cNvPicPr>
          <p:nvPr/>
        </p:nvPicPr>
        <p:blipFill>
          <a:blip r:embed="rId3"/>
          <a:srcRect r="5307" b="-5"/>
          <a:stretch/>
        </p:blipFill>
        <p:spPr>
          <a:xfrm>
            <a:off x="5344392" y="4488874"/>
            <a:ext cx="3424845" cy="2369126"/>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285DD0CB-8938-9AC0-F812-0E36C103FD03}"/>
              </a:ext>
            </a:extLst>
          </p:cNvPr>
          <p:cNvPicPr>
            <a:picLocks noChangeAspect="1"/>
          </p:cNvPicPr>
          <p:nvPr/>
        </p:nvPicPr>
        <p:blipFill>
          <a:blip r:embed="rId4"/>
          <a:srcRect l="5184" r="123" b="-5"/>
          <a:stretch/>
        </p:blipFill>
        <p:spPr>
          <a:xfrm>
            <a:off x="8767155" y="4488873"/>
            <a:ext cx="3424845" cy="2369127"/>
          </a:xfrm>
          <a:prstGeom prst="rect">
            <a:avLst/>
          </a:prstGeom>
        </p:spPr>
      </p:pic>
    </p:spTree>
    <p:extLst>
      <p:ext uri="{BB962C8B-B14F-4D97-AF65-F5344CB8AC3E}">
        <p14:creationId xmlns:p14="http://schemas.microsoft.com/office/powerpoint/2010/main" val="428450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A1C5A-07E5-355D-8745-20D450899EA0}"/>
              </a:ext>
            </a:extLst>
          </p:cNvPr>
          <p:cNvSpPr>
            <a:spLocks noGrp="1"/>
          </p:cNvSpPr>
          <p:nvPr>
            <p:ph type="title"/>
          </p:nvPr>
        </p:nvSpPr>
        <p:spPr/>
        <p:txBody>
          <a:bodyPr/>
          <a:lstStyle/>
          <a:p>
            <a:r>
              <a:rPr lang="en-US"/>
              <a:t>How did the Server Handle Client Crashing?</a:t>
            </a:r>
          </a:p>
        </p:txBody>
      </p:sp>
      <p:sp>
        <p:nvSpPr>
          <p:cNvPr id="3" name="Content Placeholder 2">
            <a:extLst>
              <a:ext uri="{FF2B5EF4-FFF2-40B4-BE49-F238E27FC236}">
                <a16:creationId xmlns:a16="http://schemas.microsoft.com/office/drawing/2014/main" id="{7DDBFF37-C310-DB9F-867E-25DD26CF157B}"/>
              </a:ext>
            </a:extLst>
          </p:cNvPr>
          <p:cNvSpPr>
            <a:spLocks noGrp="1"/>
          </p:cNvSpPr>
          <p:nvPr>
            <p:ph idx="1"/>
          </p:nvPr>
        </p:nvSpPr>
        <p:spPr/>
        <p:txBody>
          <a:bodyPr vert="horz" lIns="91440" tIns="45720" rIns="91440" bIns="45720" rtlCol="0" anchor="t">
            <a:normAutofit/>
          </a:bodyPr>
          <a:lstStyle/>
          <a:p>
            <a:r>
              <a:rPr lang="en-US" dirty="0"/>
              <a:t>Server remained stable and fully responsive</a:t>
            </a:r>
          </a:p>
          <a:p>
            <a:r>
              <a:rPr lang="en-US" dirty="0"/>
              <a:t>Gracefully Detected:</a:t>
            </a:r>
          </a:p>
          <a:p>
            <a:pPr lvl="1">
              <a:buFont typeface="Courier New,monospace" panose="020B0604020202020204" pitchFamily="34" charset="0"/>
              <a:buChar char="o"/>
            </a:pPr>
            <a:r>
              <a:rPr lang="en-US" dirty="0"/>
              <a:t>Socket timeouts</a:t>
            </a:r>
          </a:p>
          <a:p>
            <a:pPr lvl="1">
              <a:buFont typeface="Courier New,monospace" panose="020B0604020202020204" pitchFamily="34" charset="0"/>
              <a:buChar char="o"/>
            </a:pPr>
            <a:r>
              <a:rPr lang="en-US" dirty="0"/>
              <a:t>Forceful client disconnects</a:t>
            </a:r>
          </a:p>
          <a:p>
            <a:pPr lvl="1">
              <a:buFont typeface="Courier New,monospace" panose="020B0604020202020204" pitchFamily="34" charset="0"/>
              <a:buChar char="o"/>
            </a:pPr>
            <a:r>
              <a:rPr lang="en-US" dirty="0"/>
              <a:t>Partial or missing packets</a:t>
            </a:r>
          </a:p>
          <a:p>
            <a:r>
              <a:rPr lang="en-US" dirty="0"/>
              <a:t>Continued to serve healthy clients</a:t>
            </a:r>
          </a:p>
          <a:p>
            <a:r>
              <a:rPr lang="en-US" dirty="0"/>
              <a:t>Continued without freeze, crash or memory leaks</a:t>
            </a:r>
          </a:p>
          <a:p>
            <a:r>
              <a:rPr lang="en-US" dirty="0"/>
              <a:t>Logged and safely shut down with results saved</a:t>
            </a:r>
          </a:p>
        </p:txBody>
      </p:sp>
    </p:spTree>
    <p:extLst>
      <p:ext uri="{BB962C8B-B14F-4D97-AF65-F5344CB8AC3E}">
        <p14:creationId xmlns:p14="http://schemas.microsoft.com/office/powerpoint/2010/main" val="29679392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2C0DA-E6E5-134B-3524-F803B6B0A2C8}"/>
              </a:ext>
            </a:extLst>
          </p:cNvPr>
          <p:cNvSpPr>
            <a:spLocks noGrp="1"/>
          </p:cNvSpPr>
          <p:nvPr>
            <p:ph type="title"/>
          </p:nvPr>
        </p:nvSpPr>
        <p:spPr>
          <a:xfrm>
            <a:off x="176842" y="-209969"/>
            <a:ext cx="10515600" cy="1325563"/>
          </a:xfrm>
        </p:spPr>
        <p:txBody>
          <a:bodyPr/>
          <a:lstStyle/>
          <a:p>
            <a:r>
              <a:rPr lang="en-US"/>
              <a:t>Server Report – Crash Testing</a:t>
            </a:r>
          </a:p>
        </p:txBody>
      </p:sp>
      <p:pic>
        <p:nvPicPr>
          <p:cNvPr id="8" name="Content Placeholder 7" descr="A screen shot of a graph&#10;&#10;AI-generated content may be incorrect.">
            <a:extLst>
              <a:ext uri="{FF2B5EF4-FFF2-40B4-BE49-F238E27FC236}">
                <a16:creationId xmlns:a16="http://schemas.microsoft.com/office/drawing/2014/main" id="{299A2296-E431-43F6-7D56-477795D0A841}"/>
              </a:ext>
            </a:extLst>
          </p:cNvPr>
          <p:cNvPicPr>
            <a:picLocks noGrp="1" noChangeAspect="1"/>
          </p:cNvPicPr>
          <p:nvPr>
            <p:ph idx="1"/>
          </p:nvPr>
        </p:nvPicPr>
        <p:blipFill>
          <a:blip r:embed="rId2"/>
          <a:stretch>
            <a:fillRect/>
          </a:stretch>
        </p:blipFill>
        <p:spPr>
          <a:xfrm>
            <a:off x="4279061" y="1135527"/>
            <a:ext cx="7429500" cy="1562100"/>
          </a:xfrm>
        </p:spPr>
      </p:pic>
      <p:pic>
        <p:nvPicPr>
          <p:cNvPr id="9" name="Picture 8" descr="A screenshot of a computer&#10;&#10;AI-generated content may be incorrect.">
            <a:extLst>
              <a:ext uri="{FF2B5EF4-FFF2-40B4-BE49-F238E27FC236}">
                <a16:creationId xmlns:a16="http://schemas.microsoft.com/office/drawing/2014/main" id="{D2A68E4A-3A33-04B9-A9DB-640B4E5D3ADB}"/>
              </a:ext>
            </a:extLst>
          </p:cNvPr>
          <p:cNvPicPr>
            <a:picLocks noChangeAspect="1"/>
          </p:cNvPicPr>
          <p:nvPr/>
        </p:nvPicPr>
        <p:blipFill>
          <a:blip r:embed="rId3"/>
          <a:stretch>
            <a:fillRect/>
          </a:stretch>
        </p:blipFill>
        <p:spPr>
          <a:xfrm>
            <a:off x="4293438" y="2697192"/>
            <a:ext cx="7429500" cy="1981200"/>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5EBD6D77-EF28-B824-4BAD-0AEEB50BFB39}"/>
              </a:ext>
            </a:extLst>
          </p:cNvPr>
          <p:cNvPicPr>
            <a:picLocks noChangeAspect="1"/>
          </p:cNvPicPr>
          <p:nvPr/>
        </p:nvPicPr>
        <p:blipFill>
          <a:blip r:embed="rId4"/>
          <a:stretch>
            <a:fillRect/>
          </a:stretch>
        </p:blipFill>
        <p:spPr>
          <a:xfrm>
            <a:off x="4288676" y="4661230"/>
            <a:ext cx="7439025" cy="1704975"/>
          </a:xfrm>
          <a:prstGeom prst="rect">
            <a:avLst/>
          </a:prstGeom>
        </p:spPr>
      </p:pic>
      <p:sp>
        <p:nvSpPr>
          <p:cNvPr id="13" name="TextBox 12">
            <a:extLst>
              <a:ext uri="{FF2B5EF4-FFF2-40B4-BE49-F238E27FC236}">
                <a16:creationId xmlns:a16="http://schemas.microsoft.com/office/drawing/2014/main" id="{870638C2-9E53-E7B3-A0FA-9D284252E3A8}"/>
              </a:ext>
            </a:extLst>
          </p:cNvPr>
          <p:cNvSpPr txBox="1"/>
          <p:nvPr/>
        </p:nvSpPr>
        <p:spPr>
          <a:xfrm>
            <a:off x="334536" y="1124414"/>
            <a:ext cx="3382536"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Server ran continuously without crashing</a:t>
            </a:r>
          </a:p>
          <a:p>
            <a:pPr marL="285750" indent="-285750">
              <a:buFont typeface="Arial"/>
              <a:buChar char="•"/>
            </a:pPr>
            <a:r>
              <a:rPr lang="en-US"/>
              <a:t>Detected disconnects, Logged proper timeout and/or error codes</a:t>
            </a:r>
          </a:p>
          <a:p>
            <a:pPr marL="285750" indent="-285750">
              <a:buFont typeface="Arial"/>
              <a:buChar char="•"/>
            </a:pPr>
            <a:endParaRPr lang="en-US"/>
          </a:p>
          <a:p>
            <a:r>
              <a:rPr lang="en-US">
                <a:solidFill>
                  <a:schemeClr val="accent6"/>
                </a:solidFill>
              </a:rPr>
              <a:t>CPU Utilization:</a:t>
            </a:r>
          </a:p>
          <a:p>
            <a:pPr marL="285750" indent="-285750">
              <a:buFont typeface="Arial"/>
              <a:buChar char="•"/>
            </a:pPr>
            <a:r>
              <a:rPr lang="en-US">
                <a:solidFill>
                  <a:schemeClr val="accent6"/>
                </a:solidFill>
              </a:rPr>
              <a:t>Average CPU usage ~21%</a:t>
            </a:r>
          </a:p>
          <a:p>
            <a:pPr marL="742950" lvl="1" indent="-285750">
              <a:buFont typeface="Courier New"/>
              <a:buChar char="o"/>
            </a:pPr>
            <a:r>
              <a:rPr lang="en-US"/>
              <a:t>Main Contributors:</a:t>
            </a:r>
          </a:p>
          <a:p>
            <a:pPr marL="1200150" lvl="2" indent="-285750">
              <a:buFont typeface="Wingdings"/>
              <a:buChar char="§"/>
            </a:pPr>
            <a:r>
              <a:rPr lang="en-US"/>
              <a:t>Std::</a:t>
            </a:r>
            <a:r>
              <a:rPr lang="en-US" err="1"/>
              <a:t>insert_string</a:t>
            </a:r>
            <a:endParaRPr lang="en-US"/>
          </a:p>
          <a:p>
            <a:pPr marL="1200150" lvl="2" indent="-285750">
              <a:buFont typeface="Wingdings"/>
              <a:buChar char="§"/>
            </a:pPr>
            <a:r>
              <a:rPr lang="en-US"/>
              <a:t>Std::</a:t>
            </a:r>
            <a:r>
              <a:rPr lang="en-US" err="1"/>
              <a:t>endl</a:t>
            </a:r>
            <a:endParaRPr lang="en-US"/>
          </a:p>
          <a:p>
            <a:pPr marL="1200150" lvl="2" indent="-285750">
              <a:buFont typeface="Wingdings"/>
              <a:buChar char="§"/>
            </a:pPr>
            <a:r>
              <a:rPr lang="en-US"/>
              <a:t>operator&lt;&lt; inside Thread Logic</a:t>
            </a:r>
          </a:p>
          <a:p>
            <a:r>
              <a:rPr lang="en-US">
                <a:solidFill>
                  <a:schemeClr val="accent6"/>
                </a:solidFill>
              </a:rPr>
              <a:t>Memory Utilization:</a:t>
            </a:r>
          </a:p>
          <a:p>
            <a:pPr marL="285750" indent="-285750">
              <a:buFont typeface="Arial"/>
              <a:buChar char="•"/>
            </a:pPr>
            <a:r>
              <a:rPr lang="en-US">
                <a:solidFill>
                  <a:schemeClr val="accent6"/>
                </a:solidFill>
              </a:rPr>
              <a:t>Peak Usage: ~3.2 MB</a:t>
            </a:r>
          </a:p>
          <a:p>
            <a:pPr marL="285750" indent="-285750">
              <a:buFont typeface="Arial"/>
              <a:buChar char="•"/>
            </a:pPr>
            <a:r>
              <a:rPr lang="en-US"/>
              <a:t>No memory leaks or spikes observed</a:t>
            </a:r>
          </a:p>
          <a:p>
            <a:pPr marL="285750" indent="-285750">
              <a:buFont typeface="Arial"/>
              <a:buChar char="•"/>
            </a:pPr>
            <a:r>
              <a:rPr lang="en-US"/>
              <a:t>Stable and consistent throughout entire test session</a:t>
            </a:r>
          </a:p>
        </p:txBody>
      </p:sp>
    </p:spTree>
    <p:extLst>
      <p:ext uri="{BB962C8B-B14F-4D97-AF65-F5344CB8AC3E}">
        <p14:creationId xmlns:p14="http://schemas.microsoft.com/office/powerpoint/2010/main" val="31215300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DF436-B55A-46A2-75FE-9F7D1EE7D807}"/>
              </a:ext>
            </a:extLst>
          </p:cNvPr>
          <p:cNvSpPr>
            <a:spLocks noGrp="1"/>
          </p:cNvSpPr>
          <p:nvPr>
            <p:ph type="title"/>
          </p:nvPr>
        </p:nvSpPr>
        <p:spPr>
          <a:xfrm>
            <a:off x="8079978" y="741391"/>
            <a:ext cx="3369234" cy="1616203"/>
          </a:xfrm>
        </p:spPr>
        <p:txBody>
          <a:bodyPr anchor="b">
            <a:normAutofit/>
          </a:bodyPr>
          <a:lstStyle/>
          <a:p>
            <a:r>
              <a:rPr lang="en-US" sz="3200"/>
              <a:t>Conclusions</a:t>
            </a:r>
          </a:p>
        </p:txBody>
      </p:sp>
      <p:pic>
        <p:nvPicPr>
          <p:cNvPr id="17" name="Picture 16" descr="Illuminated server room panel">
            <a:extLst>
              <a:ext uri="{FF2B5EF4-FFF2-40B4-BE49-F238E27FC236}">
                <a16:creationId xmlns:a16="http://schemas.microsoft.com/office/drawing/2014/main" id="{61479EC5-B6D5-1A03-BBE5-30BC27DBA3F1}"/>
              </a:ext>
            </a:extLst>
          </p:cNvPr>
          <p:cNvPicPr>
            <a:picLocks noChangeAspect="1"/>
          </p:cNvPicPr>
          <p:nvPr/>
        </p:nvPicPr>
        <p:blipFill>
          <a:blip r:embed="rId2"/>
          <a:srcRect l="4955" r="23220" b="-3"/>
          <a:stretch/>
        </p:blipFill>
        <p:spPr>
          <a:xfrm>
            <a:off x="20" y="10"/>
            <a:ext cx="7390243" cy="6857990"/>
          </a:xfrm>
          <a:prstGeom prst="rect">
            <a:avLst/>
          </a:prstGeom>
        </p:spPr>
      </p:pic>
      <p:sp>
        <p:nvSpPr>
          <p:cNvPr id="18" name="Rectangle 17">
            <a:extLst>
              <a:ext uri="{FF2B5EF4-FFF2-40B4-BE49-F238E27FC236}">
                <a16:creationId xmlns:a16="http://schemas.microsoft.com/office/drawing/2014/main" id="{AE3A741D-C19B-960A-5803-1C5887147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879677" y="2347416"/>
            <a:ext cx="1630908" cy="7390262"/>
          </a:xfrm>
          <a:prstGeom prst="rect">
            <a:avLst/>
          </a:prstGeom>
          <a:gradFill>
            <a:gsLst>
              <a:gs pos="0">
                <a:schemeClr val="accent5"/>
              </a:gs>
              <a:gs pos="47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C39DE25-0E4E-0AA7-0932-1D78C2372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1919061" y="1919060"/>
            <a:ext cx="6854280" cy="3016159"/>
          </a:xfrm>
          <a:prstGeom prst="rect">
            <a:avLst/>
          </a:prstGeom>
          <a:gradFill flip="none" rotWithShape="1">
            <a:gsLst>
              <a:gs pos="0">
                <a:schemeClr val="accent5"/>
              </a:gs>
              <a:gs pos="47000">
                <a:schemeClr val="accent2">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0" name="Rectangle 19">
            <a:extLst>
              <a:ext uri="{FF2B5EF4-FFF2-40B4-BE49-F238E27FC236}">
                <a16:creationId xmlns:a16="http://schemas.microsoft.com/office/drawing/2014/main" id="{8D6EA299-0840-6DEA-E670-C49AEBC8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461657" y="4425055"/>
            <a:ext cx="2928605" cy="2432945"/>
          </a:xfrm>
          <a:prstGeom prst="rect">
            <a:avLst/>
          </a:prstGeom>
          <a:gradFill flip="none" rotWithShape="1">
            <a:gsLst>
              <a:gs pos="0">
                <a:schemeClr val="accent2"/>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1" name="Content Placeholder 2">
            <a:extLst>
              <a:ext uri="{FF2B5EF4-FFF2-40B4-BE49-F238E27FC236}">
                <a16:creationId xmlns:a16="http://schemas.microsoft.com/office/drawing/2014/main" id="{EE0DEB94-4C6E-365B-5969-A8CA934CBEDA}"/>
              </a:ext>
            </a:extLst>
          </p:cNvPr>
          <p:cNvSpPr>
            <a:spLocks noGrp="1"/>
          </p:cNvSpPr>
          <p:nvPr>
            <p:ph idx="1"/>
          </p:nvPr>
        </p:nvSpPr>
        <p:spPr>
          <a:xfrm>
            <a:off x="8079978" y="2533476"/>
            <a:ext cx="3369234" cy="3447832"/>
          </a:xfrm>
        </p:spPr>
        <p:txBody>
          <a:bodyPr vert="horz" lIns="91440" tIns="45720" rIns="91440" bIns="45720" rtlCol="0" anchor="t">
            <a:normAutofit/>
          </a:bodyPr>
          <a:lstStyle/>
          <a:p>
            <a:r>
              <a:rPr lang="en-US" sz="2000"/>
              <a:t>First Implementation could not deal with heavy load</a:t>
            </a:r>
          </a:p>
          <a:p>
            <a:r>
              <a:rPr lang="en-US" sz="2000"/>
              <a:t>Second Implementation is stable</a:t>
            </a:r>
          </a:p>
          <a:p>
            <a:pPr lvl="1">
              <a:buFont typeface="Courier New" panose="020B0604020202020204" pitchFamily="34" charset="0"/>
              <a:buChar char="o"/>
            </a:pPr>
            <a:r>
              <a:rPr lang="en-US" sz="2000"/>
              <a:t>Won't processes more than 8 Clients in parallel</a:t>
            </a:r>
          </a:p>
          <a:p>
            <a:r>
              <a:rPr lang="en-US" sz="2000"/>
              <a:t>Server capable of handling Crashed Clients</a:t>
            </a:r>
          </a:p>
          <a:p>
            <a:endParaRPr lang="en-US" sz="2000"/>
          </a:p>
          <a:p>
            <a:pPr marL="457200" lvl="1" indent="0">
              <a:buNone/>
            </a:pPr>
            <a:endParaRPr lang="en-US" sz="2000"/>
          </a:p>
        </p:txBody>
      </p:sp>
    </p:spTree>
    <p:extLst>
      <p:ext uri="{BB962C8B-B14F-4D97-AF65-F5344CB8AC3E}">
        <p14:creationId xmlns:p14="http://schemas.microsoft.com/office/powerpoint/2010/main" val="12240262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Different colored question marks">
            <a:extLst>
              <a:ext uri="{FF2B5EF4-FFF2-40B4-BE49-F238E27FC236}">
                <a16:creationId xmlns:a16="http://schemas.microsoft.com/office/drawing/2014/main" id="{FCDE823C-8618-6BD0-BBDD-F340840534DB}"/>
              </a:ext>
            </a:extLst>
          </p:cNvPr>
          <p:cNvPicPr>
            <a:picLocks noChangeAspect="1"/>
          </p:cNvPicPr>
          <p:nvPr/>
        </p:nvPicPr>
        <p:blipFill>
          <a:blip r:embed="rId2"/>
          <a:srcRect r="383" b="-4"/>
          <a:stretch/>
        </p:blipFill>
        <p:spPr>
          <a:xfrm>
            <a:off x="-4" y="-16897"/>
            <a:ext cx="12192003" cy="6884632"/>
          </a:xfrm>
          <a:prstGeom prst="rect">
            <a:avLst/>
          </a:prstGeom>
        </p:spPr>
      </p:pic>
      <p:sp useBgFill="1">
        <p:nvSpPr>
          <p:cNvPr id="9" name="Rectangle 8">
            <a:extLst>
              <a:ext uri="{FF2B5EF4-FFF2-40B4-BE49-F238E27FC236}">
                <a16:creationId xmlns:a16="http://schemas.microsoft.com/office/drawing/2014/main" id="{8870DEF6-46A2-D4F8-8BE6-91165D93E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4083" y="1474755"/>
            <a:ext cx="3943552" cy="3927961"/>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2B1867-3267-EBB1-BA85-C97553B25B52}"/>
              </a:ext>
            </a:extLst>
          </p:cNvPr>
          <p:cNvSpPr>
            <a:spLocks noGrp="1"/>
          </p:cNvSpPr>
          <p:nvPr>
            <p:ph type="title"/>
          </p:nvPr>
        </p:nvSpPr>
        <p:spPr>
          <a:xfrm>
            <a:off x="7227856" y="2209316"/>
            <a:ext cx="3069083" cy="1945523"/>
          </a:xfrm>
        </p:spPr>
        <p:txBody>
          <a:bodyPr vert="horz" lIns="91440" tIns="45720" rIns="91440" bIns="45720" rtlCol="0" anchor="t">
            <a:normAutofit/>
          </a:bodyPr>
          <a:lstStyle/>
          <a:p>
            <a:r>
              <a:rPr lang="en-US" sz="3200"/>
              <a:t>Thank you – Questions?</a:t>
            </a:r>
          </a:p>
        </p:txBody>
      </p:sp>
      <p:sp>
        <p:nvSpPr>
          <p:cNvPr id="3" name="Text Placeholder 2">
            <a:extLst>
              <a:ext uri="{FF2B5EF4-FFF2-40B4-BE49-F238E27FC236}">
                <a16:creationId xmlns:a16="http://schemas.microsoft.com/office/drawing/2014/main" id="{AADA31E6-1D2D-A879-AD7A-0B37A2965978}"/>
              </a:ext>
            </a:extLst>
          </p:cNvPr>
          <p:cNvSpPr>
            <a:spLocks noGrp="1"/>
          </p:cNvSpPr>
          <p:nvPr>
            <p:ph type="body" idx="1"/>
          </p:nvPr>
        </p:nvSpPr>
        <p:spPr>
          <a:xfrm>
            <a:off x="7227855" y="4161030"/>
            <a:ext cx="3069083" cy="927420"/>
          </a:xfrm>
        </p:spPr>
        <p:txBody>
          <a:bodyPr vert="horz" lIns="91440" tIns="45720" rIns="91440" bIns="45720" rtlCol="0" anchor="ctr">
            <a:normAutofit/>
          </a:bodyPr>
          <a:lstStyle/>
          <a:p>
            <a:endParaRPr lang="en-US" sz="1800">
              <a:solidFill>
                <a:schemeClr val="tx1"/>
              </a:solidFill>
            </a:endParaRPr>
          </a:p>
        </p:txBody>
      </p:sp>
      <p:cxnSp>
        <p:nvCxnSpPr>
          <p:cNvPr id="11" name="Straight Connector 10">
            <a:extLst>
              <a:ext uri="{FF2B5EF4-FFF2-40B4-BE49-F238E27FC236}">
                <a16:creationId xmlns:a16="http://schemas.microsoft.com/office/drawing/2014/main" id="{8748256A-88AC-4254-406B-0E8EE2CC2B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75334" y="1940933"/>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771467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EB14864BECB694FBAF10AF440FDDEB7" ma:contentTypeVersion="12" ma:contentTypeDescription="Create a new document." ma:contentTypeScope="" ma:versionID="a490699e8cfdced2c09f78e78dc0eb4e">
  <xsd:schema xmlns:xsd="http://www.w3.org/2001/XMLSchema" xmlns:xs="http://www.w3.org/2001/XMLSchema" xmlns:p="http://schemas.microsoft.com/office/2006/metadata/properties" xmlns:ns2="e80ca65a-0fe6-4fb5-9866-64836784cdff" xmlns:ns3="a6eaa176-6c85-41f6-a59a-36c448df01c3" targetNamespace="http://schemas.microsoft.com/office/2006/metadata/properties" ma:root="true" ma:fieldsID="d94dbd88aaa85a8992d402b9e1a2fb5f" ns2:_="" ns3:_="">
    <xsd:import namespace="e80ca65a-0fe6-4fb5-9866-64836784cdff"/>
    <xsd:import namespace="a6eaa176-6c85-41f6-a59a-36c448df01c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0ca65a-0fe6-4fb5-9866-64836784cdf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ef14a81-40c6-4318-85f6-ee55e424c7b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6eaa176-6c85-41f6-a59a-36c448df01c3"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abee7e40-1aff-4348-be09-a5cddb0c295e}" ma:internalName="TaxCatchAll" ma:showField="CatchAllData" ma:web="a6eaa176-6c85-41f6-a59a-36c448df01c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a6eaa176-6c85-41f6-a59a-36c448df01c3" xsi:nil="true"/>
    <lcf76f155ced4ddcb4097134ff3c332f xmlns="e80ca65a-0fe6-4fb5-9866-64836784cdff">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6155A3D-4A60-448E-ABB0-D2224E9129C6}">
  <ds:schemaRefs>
    <ds:schemaRef ds:uri="a6eaa176-6c85-41f6-a59a-36c448df01c3"/>
    <ds:schemaRef ds:uri="e80ca65a-0fe6-4fb5-9866-64836784cdf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2106321-C2B4-48DA-A9B3-0290BF4A0F5D}">
  <ds:schemaRefs>
    <ds:schemaRef ds:uri="a6eaa176-6c85-41f6-a59a-36c448df01c3"/>
    <ds:schemaRef ds:uri="e80ca65a-0fe6-4fb5-9866-64836784cdff"/>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396444DE-FFB6-42E3-982F-19174D929E6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243</TotalTime>
  <Words>692</Words>
  <Application>Microsoft Office PowerPoint</Application>
  <PresentationFormat>Widescreen</PresentationFormat>
  <Paragraphs>103</Paragraphs>
  <Slides>22</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Aptos</vt:lpstr>
      <vt:lpstr>Aptos Display</vt:lpstr>
      <vt:lpstr>Arial</vt:lpstr>
      <vt:lpstr>Calibri</vt:lpstr>
      <vt:lpstr>Courier New</vt:lpstr>
      <vt:lpstr>Courier New,monospace</vt:lpstr>
      <vt:lpstr>Wingdings</vt:lpstr>
      <vt:lpstr>Wingdings,Sans-Serif</vt:lpstr>
      <vt:lpstr>Office Theme</vt:lpstr>
      <vt:lpstr>Client Server Project</vt:lpstr>
      <vt:lpstr>Project Design</vt:lpstr>
      <vt:lpstr>Testing System</vt:lpstr>
      <vt:lpstr>Test Files</vt:lpstr>
      <vt:lpstr>Clients per Test</vt:lpstr>
      <vt:lpstr>Load Test Demonstration</vt:lpstr>
      <vt:lpstr>Performance Testing Results</vt:lpstr>
      <vt:lpstr>First Load Test</vt:lpstr>
      <vt:lpstr>First Load Test Contd</vt:lpstr>
      <vt:lpstr>Performance Enhancements I</vt:lpstr>
      <vt:lpstr>Performance Enhancements II</vt:lpstr>
      <vt:lpstr>Performance Testing Results Contd</vt:lpstr>
      <vt:lpstr>Load Test 2 300 Clients</vt:lpstr>
      <vt:lpstr>Endurance Testing Results</vt:lpstr>
      <vt:lpstr>Endurance Testing – Memory Usage (65 Min)</vt:lpstr>
      <vt:lpstr>Endurance Testing – CPU Usage (65 Min)</vt:lpstr>
      <vt:lpstr>Crash Testing</vt:lpstr>
      <vt:lpstr>Client Report – Crash Testing</vt:lpstr>
      <vt:lpstr>How did the Server Handle Client Crashing?</vt:lpstr>
      <vt:lpstr>Server Report – Crash Testing</vt:lpstr>
      <vt:lpstr>Conclusions</vt:lpstr>
      <vt:lpstr>Thank you –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Ali Mardini</cp:lastModifiedBy>
  <cp:revision>124</cp:revision>
  <dcterms:created xsi:type="dcterms:W3CDTF">2025-04-10T14:38:03Z</dcterms:created>
  <dcterms:modified xsi:type="dcterms:W3CDTF">2025-11-27T20:55:36Z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0x0101008EB14864BECB694FBAF10AF440FDDEB7</vt:lpwstr>
  </property>
  <property fmtid="{D5CDD505-2E9C-101B-9397-08002B2CF9AE}" pid="3" name="MediaServiceImageTags">
    <vt:lpwstr/>
  </property>
</Properties>
</file>